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7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6E81"/>
    <a:srgbClr val="0036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B16ADE-FEAB-4BF8-9EE4-7C55B1816302}" v="13" dt="2025-11-18T17:43:32.9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1" d="100"/>
          <a:sy n="71" d="100"/>
        </p:scale>
        <p:origin x="1104" y="6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O'Leary" userId="7413efb7-c5b1-4863-97c5-8928407f1270" providerId="ADAL" clId="{BCC7D032-DCF0-46F0-BEA4-C45D6FC317A1}"/>
    <pc:docChg chg="undo custSel addSld delSld modSld sldOrd">
      <pc:chgData name="Anne O'Leary" userId="7413efb7-c5b1-4863-97c5-8928407f1270" providerId="ADAL" clId="{BCC7D032-DCF0-46F0-BEA4-C45D6FC317A1}" dt="2025-11-18T17:47:25.117" v="2766" actId="20577"/>
      <pc:docMkLst>
        <pc:docMk/>
      </pc:docMkLst>
      <pc:sldChg chg="del ord">
        <pc:chgData name="Anne O'Leary" userId="7413efb7-c5b1-4863-97c5-8928407f1270" providerId="ADAL" clId="{BCC7D032-DCF0-46F0-BEA4-C45D6FC317A1}" dt="2025-11-18T15:52:39.982" v="116" actId="47"/>
        <pc:sldMkLst>
          <pc:docMk/>
          <pc:sldMk cId="1159017801" sldId="256"/>
        </pc:sldMkLst>
      </pc:sldChg>
      <pc:sldChg chg="modSp new mod">
        <pc:chgData name="Anne O'Leary" userId="7413efb7-c5b1-4863-97c5-8928407f1270" providerId="ADAL" clId="{BCC7D032-DCF0-46F0-BEA4-C45D6FC317A1}" dt="2025-11-14T18:01:45.467" v="19" actId="20577"/>
        <pc:sldMkLst>
          <pc:docMk/>
          <pc:sldMk cId="3539440076" sldId="257"/>
        </pc:sldMkLst>
        <pc:spChg chg="mod">
          <ac:chgData name="Anne O'Leary" userId="7413efb7-c5b1-4863-97c5-8928407f1270" providerId="ADAL" clId="{BCC7D032-DCF0-46F0-BEA4-C45D6FC317A1}" dt="2025-11-14T18:01:45.467" v="19" actId="20577"/>
          <ac:spMkLst>
            <pc:docMk/>
            <pc:sldMk cId="3539440076" sldId="257"/>
            <ac:spMk id="2" creationId="{8012E69E-3CE4-C175-345E-436A702347C5}"/>
          </ac:spMkLst>
        </pc:spChg>
      </pc:sldChg>
      <pc:sldChg chg="modSp new mod">
        <pc:chgData name="Anne O'Leary" userId="7413efb7-c5b1-4863-97c5-8928407f1270" providerId="ADAL" clId="{BCC7D032-DCF0-46F0-BEA4-C45D6FC317A1}" dt="2025-11-18T15:53:23.597" v="148" actId="20577"/>
        <pc:sldMkLst>
          <pc:docMk/>
          <pc:sldMk cId="1833203946" sldId="258"/>
        </pc:sldMkLst>
        <pc:spChg chg="mod">
          <ac:chgData name="Anne O'Leary" userId="7413efb7-c5b1-4863-97c5-8928407f1270" providerId="ADAL" clId="{BCC7D032-DCF0-46F0-BEA4-C45D6FC317A1}" dt="2025-11-17T14:12:46.525" v="75" actId="20577"/>
          <ac:spMkLst>
            <pc:docMk/>
            <pc:sldMk cId="1833203946" sldId="258"/>
            <ac:spMk id="2" creationId="{DB20C6E0-C6A9-A321-054E-F53DC89817E4}"/>
          </ac:spMkLst>
        </pc:spChg>
        <pc:spChg chg="mod">
          <ac:chgData name="Anne O'Leary" userId="7413efb7-c5b1-4863-97c5-8928407f1270" providerId="ADAL" clId="{BCC7D032-DCF0-46F0-BEA4-C45D6FC317A1}" dt="2025-11-18T15:53:23.597" v="148" actId="20577"/>
          <ac:spMkLst>
            <pc:docMk/>
            <pc:sldMk cId="1833203946" sldId="258"/>
            <ac:spMk id="4" creationId="{E2F9BBE1-B734-846A-8BD5-8197D5973533}"/>
          </ac:spMkLst>
        </pc:spChg>
      </pc:sldChg>
      <pc:sldChg chg="addSp delSp new del mod">
        <pc:chgData name="Anne O'Leary" userId="7413efb7-c5b1-4863-97c5-8928407f1270" providerId="ADAL" clId="{BCC7D032-DCF0-46F0-BEA4-C45D6FC317A1}" dt="2025-11-18T15:49:43.676" v="79" actId="47"/>
        <pc:sldMkLst>
          <pc:docMk/>
          <pc:sldMk cId="101401355" sldId="259"/>
        </pc:sldMkLst>
        <pc:spChg chg="del">
          <ac:chgData name="Anne O'Leary" userId="7413efb7-c5b1-4863-97c5-8928407f1270" providerId="ADAL" clId="{BCC7D032-DCF0-46F0-BEA4-C45D6FC317A1}" dt="2025-11-18T15:49:40.492" v="78" actId="478"/>
          <ac:spMkLst>
            <pc:docMk/>
            <pc:sldMk cId="101401355" sldId="259"/>
            <ac:spMk id="2" creationId="{0BE9FD16-B0B3-B1B9-3735-2CE256E8E68B}"/>
          </ac:spMkLst>
        </pc:spChg>
        <pc:picChg chg="add del">
          <ac:chgData name="Anne O'Leary" userId="7413efb7-c5b1-4863-97c5-8928407f1270" providerId="ADAL" clId="{BCC7D032-DCF0-46F0-BEA4-C45D6FC317A1}" dt="2025-11-18T15:48:27.876" v="77" actId="478"/>
          <ac:picMkLst>
            <pc:docMk/>
            <pc:sldMk cId="101401355" sldId="259"/>
            <ac:picMk id="6" creationId="{7AF3EF19-3D3D-32C1-6B11-89EF3BF538D6}"/>
          </ac:picMkLst>
        </pc:picChg>
      </pc:sldChg>
      <pc:sldChg chg="addSp delSp modSp new mod ord">
        <pc:chgData name="Anne O'Leary" userId="7413efb7-c5b1-4863-97c5-8928407f1270" providerId="ADAL" clId="{BCC7D032-DCF0-46F0-BEA4-C45D6FC317A1}" dt="2025-11-18T16:46:52.103" v="1752" actId="20577"/>
        <pc:sldMkLst>
          <pc:docMk/>
          <pc:sldMk cId="2082864611" sldId="259"/>
        </pc:sldMkLst>
        <pc:spChg chg="mod">
          <ac:chgData name="Anne O'Leary" userId="7413efb7-c5b1-4863-97c5-8928407f1270" providerId="ADAL" clId="{BCC7D032-DCF0-46F0-BEA4-C45D6FC317A1}" dt="2025-11-18T15:53:29.152" v="165" actId="20577"/>
          <ac:spMkLst>
            <pc:docMk/>
            <pc:sldMk cId="2082864611" sldId="259"/>
            <ac:spMk id="3" creationId="{F93DF0F7-029E-E4AB-5D7C-32E772D3DFEA}"/>
          </ac:spMkLst>
        </pc:spChg>
        <pc:spChg chg="add del mod">
          <ac:chgData name="Anne O'Leary" userId="7413efb7-c5b1-4863-97c5-8928407f1270" providerId="ADAL" clId="{BCC7D032-DCF0-46F0-BEA4-C45D6FC317A1}" dt="2025-11-18T16:45:53.244" v="1610" actId="478"/>
          <ac:spMkLst>
            <pc:docMk/>
            <pc:sldMk cId="2082864611" sldId="259"/>
            <ac:spMk id="7" creationId="{AC634293-8186-D93B-389A-4D9F43445047}"/>
          </ac:spMkLst>
        </pc:spChg>
        <pc:spChg chg="add del">
          <ac:chgData name="Anne O'Leary" userId="7413efb7-c5b1-4863-97c5-8928407f1270" providerId="ADAL" clId="{BCC7D032-DCF0-46F0-BEA4-C45D6FC317A1}" dt="2025-11-18T15:51:54.141" v="97" actId="478"/>
          <ac:spMkLst>
            <pc:docMk/>
            <pc:sldMk cId="2082864611" sldId="259"/>
            <ac:spMk id="8" creationId="{9FDD2F1C-D3EF-2BE1-FDA8-A5EEAEFBE72A}"/>
          </ac:spMkLst>
        </pc:spChg>
        <pc:spChg chg="add del mod">
          <ac:chgData name="Anne O'Leary" userId="7413efb7-c5b1-4863-97c5-8928407f1270" providerId="ADAL" clId="{BCC7D032-DCF0-46F0-BEA4-C45D6FC317A1}" dt="2025-11-18T16:45:46.686" v="1607" actId="478"/>
          <ac:spMkLst>
            <pc:docMk/>
            <pc:sldMk cId="2082864611" sldId="259"/>
            <ac:spMk id="9" creationId="{51AB561D-935C-95DE-69DB-C5F92492476E}"/>
          </ac:spMkLst>
        </pc:spChg>
        <pc:spChg chg="add mod">
          <ac:chgData name="Anne O'Leary" userId="7413efb7-c5b1-4863-97c5-8928407f1270" providerId="ADAL" clId="{BCC7D032-DCF0-46F0-BEA4-C45D6FC317A1}" dt="2025-11-18T16:46:14.755" v="1662" actId="20577"/>
          <ac:spMkLst>
            <pc:docMk/>
            <pc:sldMk cId="2082864611" sldId="259"/>
            <ac:spMk id="14" creationId="{B4352CD6-025C-92A6-F146-C9D0492A2F8C}"/>
          </ac:spMkLst>
        </pc:spChg>
        <pc:spChg chg="add mod">
          <ac:chgData name="Anne O'Leary" userId="7413efb7-c5b1-4863-97c5-8928407f1270" providerId="ADAL" clId="{BCC7D032-DCF0-46F0-BEA4-C45D6FC317A1}" dt="2025-11-18T16:46:52.103" v="1752" actId="20577"/>
          <ac:spMkLst>
            <pc:docMk/>
            <pc:sldMk cId="2082864611" sldId="259"/>
            <ac:spMk id="15" creationId="{6FB5D8B1-3929-9F2B-4654-9C77732E0D4D}"/>
          </ac:spMkLst>
        </pc:spChg>
        <pc:picChg chg="add del mod">
          <ac:chgData name="Anne O'Leary" userId="7413efb7-c5b1-4863-97c5-8928407f1270" providerId="ADAL" clId="{BCC7D032-DCF0-46F0-BEA4-C45D6FC317A1}" dt="2025-11-18T15:54:44.118" v="166" actId="478"/>
          <ac:picMkLst>
            <pc:docMk/>
            <pc:sldMk cId="2082864611" sldId="259"/>
            <ac:picMk id="5" creationId="{54C4D0AB-D285-FDFA-C62C-A2F0434053DA}"/>
          </ac:picMkLst>
        </pc:picChg>
        <pc:picChg chg="add del mod ord">
          <ac:chgData name="Anne O'Leary" userId="7413efb7-c5b1-4863-97c5-8928407f1270" providerId="ADAL" clId="{BCC7D032-DCF0-46F0-BEA4-C45D6FC317A1}" dt="2025-11-18T16:45:50.609" v="1609" actId="478"/>
          <ac:picMkLst>
            <pc:docMk/>
            <pc:sldMk cId="2082864611" sldId="259"/>
            <ac:picMk id="13" creationId="{97238099-2A1F-9BEC-3D64-EB32934B76F6}"/>
          </ac:picMkLst>
        </pc:picChg>
        <pc:cxnChg chg="add del mod">
          <ac:chgData name="Anne O'Leary" userId="7413efb7-c5b1-4863-97c5-8928407f1270" providerId="ADAL" clId="{BCC7D032-DCF0-46F0-BEA4-C45D6FC317A1}" dt="2025-11-18T16:45:43.769" v="1606" actId="478"/>
          <ac:cxnSpMkLst>
            <pc:docMk/>
            <pc:sldMk cId="2082864611" sldId="259"/>
            <ac:cxnSpMk id="11" creationId="{73B24255-E23E-2CAD-2EF6-4086BA853656}"/>
          </ac:cxnSpMkLst>
        </pc:cxnChg>
      </pc:sldChg>
      <pc:sldChg chg="addSp delSp modSp new del mod">
        <pc:chgData name="Anne O'Leary" userId="7413efb7-c5b1-4863-97c5-8928407f1270" providerId="ADAL" clId="{BCC7D032-DCF0-46F0-BEA4-C45D6FC317A1}" dt="2025-11-18T15:50:26.312" v="87" actId="47"/>
        <pc:sldMkLst>
          <pc:docMk/>
          <pc:sldMk cId="3997246785" sldId="259"/>
        </pc:sldMkLst>
        <pc:spChg chg="del">
          <ac:chgData name="Anne O'Leary" userId="7413efb7-c5b1-4863-97c5-8928407f1270" providerId="ADAL" clId="{BCC7D032-DCF0-46F0-BEA4-C45D6FC317A1}" dt="2025-11-18T15:50:03.160" v="81" actId="931"/>
          <ac:spMkLst>
            <pc:docMk/>
            <pc:sldMk cId="3997246785" sldId="259"/>
            <ac:spMk id="2" creationId="{F8BDAAA5-7630-6F1C-5F5F-8130B0B41BEE}"/>
          </ac:spMkLst>
        </pc:spChg>
        <pc:spChg chg="add mod">
          <ac:chgData name="Anne O'Leary" userId="7413efb7-c5b1-4863-97c5-8928407f1270" providerId="ADAL" clId="{BCC7D032-DCF0-46F0-BEA4-C45D6FC317A1}" dt="2025-11-18T15:50:20.142" v="86" actId="478"/>
          <ac:spMkLst>
            <pc:docMk/>
            <pc:sldMk cId="3997246785" sldId="259"/>
            <ac:spMk id="8" creationId="{F7074FDB-D2DC-CA80-A25A-552B8A26BBCB}"/>
          </ac:spMkLst>
        </pc:spChg>
        <pc:picChg chg="add del mod">
          <ac:chgData name="Anne O'Leary" userId="7413efb7-c5b1-4863-97c5-8928407f1270" providerId="ADAL" clId="{BCC7D032-DCF0-46F0-BEA4-C45D6FC317A1}" dt="2025-11-18T15:50:20.142" v="86" actId="478"/>
          <ac:picMkLst>
            <pc:docMk/>
            <pc:sldMk cId="3997246785" sldId="259"/>
            <ac:picMk id="6" creationId="{CEAA1A0C-C34B-076C-71C4-84F39F6812C5}"/>
          </ac:picMkLst>
        </pc:picChg>
      </pc:sldChg>
      <pc:sldChg chg="addSp modSp new del mod">
        <pc:chgData name="Anne O'Leary" userId="7413efb7-c5b1-4863-97c5-8928407f1270" providerId="ADAL" clId="{BCC7D032-DCF0-46F0-BEA4-C45D6FC317A1}" dt="2025-11-18T16:01:07.478" v="254" actId="47"/>
        <pc:sldMkLst>
          <pc:docMk/>
          <pc:sldMk cId="2311433804" sldId="260"/>
        </pc:sldMkLst>
        <pc:spChg chg="mod">
          <ac:chgData name="Anne O'Leary" userId="7413efb7-c5b1-4863-97c5-8928407f1270" providerId="ADAL" clId="{BCC7D032-DCF0-46F0-BEA4-C45D6FC317A1}" dt="2025-11-18T15:56:58.866" v="194" actId="20577"/>
          <ac:spMkLst>
            <pc:docMk/>
            <pc:sldMk cId="2311433804" sldId="260"/>
            <ac:spMk id="3" creationId="{7686F205-09F3-46C7-CEF4-A06830A351FF}"/>
          </ac:spMkLst>
        </pc:spChg>
        <pc:spChg chg="add mod">
          <ac:chgData name="Anne O'Leary" userId="7413efb7-c5b1-4863-97c5-8928407f1270" providerId="ADAL" clId="{BCC7D032-DCF0-46F0-BEA4-C45D6FC317A1}" dt="2025-11-18T16:00:32.068" v="249" actId="20577"/>
          <ac:spMkLst>
            <pc:docMk/>
            <pc:sldMk cId="2311433804" sldId="260"/>
            <ac:spMk id="6" creationId="{A912C22D-6029-D7AF-4707-83907C319F9D}"/>
          </ac:spMkLst>
        </pc:spChg>
        <pc:picChg chg="add mod modCrop">
          <ac:chgData name="Anne O'Leary" userId="7413efb7-c5b1-4863-97c5-8928407f1270" providerId="ADAL" clId="{BCC7D032-DCF0-46F0-BEA4-C45D6FC317A1}" dt="2025-11-18T16:00:05.921" v="198" actId="14100"/>
          <ac:picMkLst>
            <pc:docMk/>
            <pc:sldMk cId="2311433804" sldId="260"/>
            <ac:picMk id="5" creationId="{036F0EAA-5108-73E3-F301-C90C5935AF06}"/>
          </ac:picMkLst>
        </pc:picChg>
      </pc:sldChg>
      <pc:sldChg chg="delSp modSp add del mod">
        <pc:chgData name="Anne O'Leary" userId="7413efb7-c5b1-4863-97c5-8928407f1270" providerId="ADAL" clId="{BCC7D032-DCF0-46F0-BEA4-C45D6FC317A1}" dt="2025-11-18T16:45:55.824" v="1611" actId="47"/>
        <pc:sldMkLst>
          <pc:docMk/>
          <pc:sldMk cId="2049437671" sldId="261"/>
        </pc:sldMkLst>
        <pc:spChg chg="del mod">
          <ac:chgData name="Anne O'Leary" userId="7413efb7-c5b1-4863-97c5-8928407f1270" providerId="ADAL" clId="{BCC7D032-DCF0-46F0-BEA4-C45D6FC317A1}" dt="2025-11-18T16:02:19.554" v="280" actId="21"/>
          <ac:spMkLst>
            <pc:docMk/>
            <pc:sldMk cId="2049437671" sldId="261"/>
            <ac:spMk id="6" creationId="{B2D65ACB-93A8-F696-17E5-C2955BDE70AE}"/>
          </ac:spMkLst>
        </pc:spChg>
        <pc:picChg chg="del">
          <ac:chgData name="Anne O'Leary" userId="7413efb7-c5b1-4863-97c5-8928407f1270" providerId="ADAL" clId="{BCC7D032-DCF0-46F0-BEA4-C45D6FC317A1}" dt="2025-11-18T16:45:16.764" v="1602" actId="478"/>
          <ac:picMkLst>
            <pc:docMk/>
            <pc:sldMk cId="2049437671" sldId="261"/>
            <ac:picMk id="5" creationId="{6A912B5E-0E18-C5C3-C6DB-EF0D720C90F4}"/>
          </ac:picMkLst>
        </pc:picChg>
      </pc:sldChg>
      <pc:sldChg chg="addSp modSp new add del mod">
        <pc:chgData name="Anne O'Leary" userId="7413efb7-c5b1-4863-97c5-8928407f1270" providerId="ADAL" clId="{BCC7D032-DCF0-46F0-BEA4-C45D6FC317A1}" dt="2025-11-18T16:03:09.288" v="326" actId="20577"/>
        <pc:sldMkLst>
          <pc:docMk/>
          <pc:sldMk cId="4162573534" sldId="262"/>
        </pc:sldMkLst>
        <pc:spChg chg="mod">
          <ac:chgData name="Anne O'Leary" userId="7413efb7-c5b1-4863-97c5-8928407f1270" providerId="ADAL" clId="{BCC7D032-DCF0-46F0-BEA4-C45D6FC317A1}" dt="2025-11-18T16:01:15.821" v="272" actId="20577"/>
          <ac:spMkLst>
            <pc:docMk/>
            <pc:sldMk cId="4162573534" sldId="262"/>
            <ac:spMk id="3" creationId="{63855A7F-EFCB-BCE1-3CFE-C6FBF0C0A28E}"/>
          </ac:spMkLst>
        </pc:spChg>
        <pc:spChg chg="add mod">
          <ac:chgData name="Anne O'Leary" userId="7413efb7-c5b1-4863-97c5-8928407f1270" providerId="ADAL" clId="{BCC7D032-DCF0-46F0-BEA4-C45D6FC317A1}" dt="2025-11-18T16:02:51.733" v="287" actId="1076"/>
          <ac:spMkLst>
            <pc:docMk/>
            <pc:sldMk cId="4162573534" sldId="262"/>
            <ac:spMk id="6" creationId="{B2D65ACB-93A8-F696-17E5-C2955BDE70AE}"/>
          </ac:spMkLst>
        </pc:spChg>
        <pc:spChg chg="add mod">
          <ac:chgData name="Anne O'Leary" userId="7413efb7-c5b1-4863-97c5-8928407f1270" providerId="ADAL" clId="{BCC7D032-DCF0-46F0-BEA4-C45D6FC317A1}" dt="2025-11-18T16:03:09.288" v="326" actId="20577"/>
          <ac:spMkLst>
            <pc:docMk/>
            <pc:sldMk cId="4162573534" sldId="262"/>
            <ac:spMk id="7" creationId="{249718CF-97CD-7137-2F89-F601E7D3F9B3}"/>
          </ac:spMkLst>
        </pc:spChg>
        <pc:picChg chg="add mod">
          <ac:chgData name="Anne O'Leary" userId="7413efb7-c5b1-4863-97c5-8928407f1270" providerId="ADAL" clId="{BCC7D032-DCF0-46F0-BEA4-C45D6FC317A1}" dt="2025-11-18T16:02:40.587" v="284" actId="1076"/>
          <ac:picMkLst>
            <pc:docMk/>
            <pc:sldMk cId="4162573534" sldId="262"/>
            <ac:picMk id="5" creationId="{008132BF-65AF-77F6-D430-114A19282911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6:06:49.324" v="518" actId="20577"/>
        <pc:sldMkLst>
          <pc:docMk/>
          <pc:sldMk cId="829163233" sldId="263"/>
        </pc:sldMkLst>
        <pc:spChg chg="add mod">
          <ac:chgData name="Anne O'Leary" userId="7413efb7-c5b1-4863-97c5-8928407f1270" providerId="ADAL" clId="{BCC7D032-DCF0-46F0-BEA4-C45D6FC317A1}" dt="2025-11-18T16:06:49.324" v="518" actId="20577"/>
          <ac:spMkLst>
            <pc:docMk/>
            <pc:sldMk cId="829163233" sldId="263"/>
            <ac:spMk id="7" creationId="{8600D960-CE80-7951-4987-4CD0A1DBD1D7}"/>
          </ac:spMkLst>
        </pc:spChg>
        <pc:picChg chg="del">
          <ac:chgData name="Anne O'Leary" userId="7413efb7-c5b1-4863-97c5-8928407f1270" providerId="ADAL" clId="{BCC7D032-DCF0-46F0-BEA4-C45D6FC317A1}" dt="2025-11-18T16:03:15.027" v="327" actId="478"/>
          <ac:picMkLst>
            <pc:docMk/>
            <pc:sldMk cId="829163233" sldId="263"/>
            <ac:picMk id="5" creationId="{AB920C75-A9E2-0EE9-2A37-F6D53430AE53}"/>
          </ac:picMkLst>
        </pc:picChg>
        <pc:picChg chg="add mod">
          <ac:chgData name="Anne O'Leary" userId="7413efb7-c5b1-4863-97c5-8928407f1270" providerId="ADAL" clId="{BCC7D032-DCF0-46F0-BEA4-C45D6FC317A1}" dt="2025-11-18T16:03:45.291" v="330" actId="1076"/>
          <ac:picMkLst>
            <pc:docMk/>
            <pc:sldMk cId="829163233" sldId="263"/>
            <ac:picMk id="6" creationId="{A7B5B0E1-F1EF-E265-0F6A-C860D80DC2B6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6:47:39.978" v="1781" actId="14100"/>
        <pc:sldMkLst>
          <pc:docMk/>
          <pc:sldMk cId="3883752922" sldId="264"/>
        </pc:sldMkLst>
        <pc:spChg chg="add mod">
          <ac:chgData name="Anne O'Leary" userId="7413efb7-c5b1-4863-97c5-8928407f1270" providerId="ADAL" clId="{BCC7D032-DCF0-46F0-BEA4-C45D6FC317A1}" dt="2025-11-18T16:47:39.978" v="1781" actId="14100"/>
          <ac:spMkLst>
            <pc:docMk/>
            <pc:sldMk cId="3883752922" sldId="264"/>
            <ac:spMk id="7" creationId="{65BC6A83-5567-FD03-1127-686CB35F7BE7}"/>
          </ac:spMkLst>
        </pc:spChg>
        <pc:spChg chg="add mod">
          <ac:chgData name="Anne O'Leary" userId="7413efb7-c5b1-4863-97c5-8928407f1270" providerId="ADAL" clId="{BCC7D032-DCF0-46F0-BEA4-C45D6FC317A1}" dt="2025-11-18T16:12:59.353" v="1089" actId="1076"/>
          <ac:spMkLst>
            <pc:docMk/>
            <pc:sldMk cId="3883752922" sldId="264"/>
            <ac:spMk id="8" creationId="{64CB1D01-D135-1DB7-0AA2-F839F109CA46}"/>
          </ac:spMkLst>
        </pc:spChg>
        <pc:picChg chg="add mod">
          <ac:chgData name="Anne O'Leary" userId="7413efb7-c5b1-4863-97c5-8928407f1270" providerId="ADAL" clId="{BCC7D032-DCF0-46F0-BEA4-C45D6FC317A1}" dt="2025-11-18T16:08:10.237" v="521" actId="14100"/>
          <ac:picMkLst>
            <pc:docMk/>
            <pc:sldMk cId="3883752922" sldId="264"/>
            <ac:picMk id="5" creationId="{F5ACEF00-18C4-9828-31F6-A5CFC042DC36}"/>
          </ac:picMkLst>
        </pc:picChg>
        <pc:picChg chg="del">
          <ac:chgData name="Anne O'Leary" userId="7413efb7-c5b1-4863-97c5-8928407f1270" providerId="ADAL" clId="{BCC7D032-DCF0-46F0-BEA4-C45D6FC317A1}" dt="2025-11-18T16:03:53.478" v="332" actId="478"/>
          <ac:picMkLst>
            <pc:docMk/>
            <pc:sldMk cId="3883752922" sldId="264"/>
            <ac:picMk id="6" creationId="{3076817D-AC81-2506-FDEE-5006BD7892B9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6:18:43.119" v="1393" actId="1076"/>
        <pc:sldMkLst>
          <pc:docMk/>
          <pc:sldMk cId="1594055481" sldId="265"/>
        </pc:sldMkLst>
        <pc:spChg chg="del">
          <ac:chgData name="Anne O'Leary" userId="7413efb7-c5b1-4863-97c5-8928407f1270" providerId="ADAL" clId="{BCC7D032-DCF0-46F0-BEA4-C45D6FC317A1}" dt="2025-11-18T16:13:37.292" v="1094" actId="478"/>
          <ac:spMkLst>
            <pc:docMk/>
            <pc:sldMk cId="1594055481" sldId="265"/>
            <ac:spMk id="7" creationId="{DC19D39E-6690-6351-42FE-427831966BB8}"/>
          </ac:spMkLst>
        </pc:spChg>
        <pc:spChg chg="mod">
          <ac:chgData name="Anne O'Leary" userId="7413efb7-c5b1-4863-97c5-8928407f1270" providerId="ADAL" clId="{BCC7D032-DCF0-46F0-BEA4-C45D6FC317A1}" dt="2025-11-18T16:14:45.475" v="1280" actId="14100"/>
          <ac:spMkLst>
            <pc:docMk/>
            <pc:sldMk cId="1594055481" sldId="265"/>
            <ac:spMk id="8" creationId="{A80CCCAB-22F1-9782-5FB3-F41DF1B64653}"/>
          </ac:spMkLst>
        </pc:spChg>
        <pc:spChg chg="add mod">
          <ac:chgData name="Anne O'Leary" userId="7413efb7-c5b1-4863-97c5-8928407f1270" providerId="ADAL" clId="{BCC7D032-DCF0-46F0-BEA4-C45D6FC317A1}" dt="2025-11-18T16:18:43.119" v="1393" actId="1076"/>
          <ac:spMkLst>
            <pc:docMk/>
            <pc:sldMk cId="1594055481" sldId="265"/>
            <ac:spMk id="9" creationId="{9C3B69D9-E25A-2443-521F-89B80410D34B}"/>
          </ac:spMkLst>
        </pc:spChg>
        <pc:picChg chg="del">
          <ac:chgData name="Anne O'Leary" userId="7413efb7-c5b1-4863-97c5-8928407f1270" providerId="ADAL" clId="{BCC7D032-DCF0-46F0-BEA4-C45D6FC317A1}" dt="2025-11-18T16:13:29.445" v="1091" actId="478"/>
          <ac:picMkLst>
            <pc:docMk/>
            <pc:sldMk cId="1594055481" sldId="265"/>
            <ac:picMk id="5" creationId="{8613B216-C969-CB45-95FD-B3AFA6C8BBE7}"/>
          </ac:picMkLst>
        </pc:picChg>
        <pc:picChg chg="add mod ord">
          <ac:chgData name="Anne O'Leary" userId="7413efb7-c5b1-4863-97c5-8928407f1270" providerId="ADAL" clId="{BCC7D032-DCF0-46F0-BEA4-C45D6FC317A1}" dt="2025-11-18T16:14:50.418" v="1281" actId="14100"/>
          <ac:picMkLst>
            <pc:docMk/>
            <pc:sldMk cId="1594055481" sldId="265"/>
            <ac:picMk id="6" creationId="{8058D935-1DE3-5CDC-BC56-AF5DD70E2CFF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6:38:29.779" v="1548" actId="20577"/>
        <pc:sldMkLst>
          <pc:docMk/>
          <pc:sldMk cId="442096867" sldId="266"/>
        </pc:sldMkLst>
        <pc:spChg chg="del">
          <ac:chgData name="Anne O'Leary" userId="7413efb7-c5b1-4863-97c5-8928407f1270" providerId="ADAL" clId="{BCC7D032-DCF0-46F0-BEA4-C45D6FC317A1}" dt="2025-11-18T16:37:48.283" v="1402" actId="478"/>
          <ac:spMkLst>
            <pc:docMk/>
            <pc:sldMk cId="442096867" sldId="266"/>
            <ac:spMk id="8" creationId="{5D4C4814-3D06-C1BA-8944-7DC9DDDBA101}"/>
          </ac:spMkLst>
        </pc:spChg>
        <pc:spChg chg="mod">
          <ac:chgData name="Anne O'Leary" userId="7413efb7-c5b1-4863-97c5-8928407f1270" providerId="ADAL" clId="{BCC7D032-DCF0-46F0-BEA4-C45D6FC317A1}" dt="2025-11-18T16:38:29.779" v="1548" actId="20577"/>
          <ac:spMkLst>
            <pc:docMk/>
            <pc:sldMk cId="442096867" sldId="266"/>
            <ac:spMk id="9" creationId="{29EF7592-348E-9C1C-1F9E-78C0FE03CD68}"/>
          </ac:spMkLst>
        </pc:spChg>
        <pc:picChg chg="add mod ord">
          <ac:chgData name="Anne O'Leary" userId="7413efb7-c5b1-4863-97c5-8928407f1270" providerId="ADAL" clId="{BCC7D032-DCF0-46F0-BEA4-C45D6FC317A1}" dt="2025-11-18T16:19:38.418" v="1400" actId="167"/>
          <ac:picMkLst>
            <pc:docMk/>
            <pc:sldMk cId="442096867" sldId="266"/>
            <ac:picMk id="5" creationId="{CDD75E2D-426D-CAC4-EC69-D5763B8626CF}"/>
          </ac:picMkLst>
        </pc:picChg>
        <pc:picChg chg="del">
          <ac:chgData name="Anne O'Leary" userId="7413efb7-c5b1-4863-97c5-8928407f1270" providerId="ADAL" clId="{BCC7D032-DCF0-46F0-BEA4-C45D6FC317A1}" dt="2025-11-18T16:19:04.233" v="1395" actId="478"/>
          <ac:picMkLst>
            <pc:docMk/>
            <pc:sldMk cId="442096867" sldId="266"/>
            <ac:picMk id="6" creationId="{6873202A-CF16-0E86-13A8-912BF493CAB4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7:14:59.763" v="2253" actId="313"/>
        <pc:sldMkLst>
          <pc:docMk/>
          <pc:sldMk cId="3961703509" sldId="267"/>
        </pc:sldMkLst>
        <pc:spChg chg="add mod">
          <ac:chgData name="Anne O'Leary" userId="7413efb7-c5b1-4863-97c5-8928407f1270" providerId="ADAL" clId="{BCC7D032-DCF0-46F0-BEA4-C45D6FC317A1}" dt="2025-11-18T17:14:45.966" v="2250" actId="14100"/>
          <ac:spMkLst>
            <pc:docMk/>
            <pc:sldMk cId="3961703509" sldId="267"/>
            <ac:spMk id="7" creationId="{C45417EB-C6D6-6B58-4929-EFFCE553BC19}"/>
          </ac:spMkLst>
        </pc:spChg>
        <pc:spChg chg="add mod">
          <ac:chgData name="Anne O'Leary" userId="7413efb7-c5b1-4863-97c5-8928407f1270" providerId="ADAL" clId="{BCC7D032-DCF0-46F0-BEA4-C45D6FC317A1}" dt="2025-11-18T17:14:59.763" v="2253" actId="313"/>
          <ac:spMkLst>
            <pc:docMk/>
            <pc:sldMk cId="3961703509" sldId="267"/>
            <ac:spMk id="8" creationId="{F4245168-33A5-2600-4EFD-C31F32FEA5F2}"/>
          </ac:spMkLst>
        </pc:spChg>
        <pc:spChg chg="mod">
          <ac:chgData name="Anne O'Leary" userId="7413efb7-c5b1-4863-97c5-8928407f1270" providerId="ADAL" clId="{BCC7D032-DCF0-46F0-BEA4-C45D6FC317A1}" dt="2025-11-18T17:14:38.494" v="2248" actId="1076"/>
          <ac:spMkLst>
            <pc:docMk/>
            <pc:sldMk cId="3961703509" sldId="267"/>
            <ac:spMk id="9" creationId="{09842F21-F186-EEA4-BCFF-9D1FB39EB8BC}"/>
          </ac:spMkLst>
        </pc:spChg>
        <pc:picChg chg="del">
          <ac:chgData name="Anne O'Leary" userId="7413efb7-c5b1-4863-97c5-8928407f1270" providerId="ADAL" clId="{BCC7D032-DCF0-46F0-BEA4-C45D6FC317A1}" dt="2025-11-18T16:39:17.889" v="1550" actId="478"/>
          <ac:picMkLst>
            <pc:docMk/>
            <pc:sldMk cId="3961703509" sldId="267"/>
            <ac:picMk id="5" creationId="{B9370969-10EA-C998-DE00-2EC3AE1543B3}"/>
          </ac:picMkLst>
        </pc:picChg>
        <pc:picChg chg="add mod ord modCrop">
          <ac:chgData name="Anne O'Leary" userId="7413efb7-c5b1-4863-97c5-8928407f1270" providerId="ADAL" clId="{BCC7D032-DCF0-46F0-BEA4-C45D6FC317A1}" dt="2025-11-18T17:14:36.515" v="2247" actId="1076"/>
          <ac:picMkLst>
            <pc:docMk/>
            <pc:sldMk cId="3961703509" sldId="267"/>
            <ac:picMk id="6" creationId="{44EB8214-C056-3A8A-76CD-4300CDB273CE}"/>
          </ac:picMkLst>
        </pc:picChg>
      </pc:sldChg>
      <pc:sldChg chg="addSp delSp modSp add mod">
        <pc:chgData name="Anne O'Leary" userId="7413efb7-c5b1-4863-97c5-8928407f1270" providerId="ADAL" clId="{BCC7D032-DCF0-46F0-BEA4-C45D6FC317A1}" dt="2025-11-18T17:44:08.976" v="2637" actId="20577"/>
        <pc:sldMkLst>
          <pc:docMk/>
          <pc:sldMk cId="735581548" sldId="268"/>
        </pc:sldMkLst>
        <pc:spChg chg="mod">
          <ac:chgData name="Anne O'Leary" userId="7413efb7-c5b1-4863-97c5-8928407f1270" providerId="ADAL" clId="{BCC7D032-DCF0-46F0-BEA4-C45D6FC317A1}" dt="2025-11-18T17:11:27.091" v="1932" actId="20577"/>
          <ac:spMkLst>
            <pc:docMk/>
            <pc:sldMk cId="735581548" sldId="268"/>
            <ac:spMk id="7" creationId="{10AF3489-74C9-1D24-92CA-F42189134FEF}"/>
          </ac:spMkLst>
        </pc:spChg>
        <pc:spChg chg="mod">
          <ac:chgData name="Anne O'Leary" userId="7413efb7-c5b1-4863-97c5-8928407f1270" providerId="ADAL" clId="{BCC7D032-DCF0-46F0-BEA4-C45D6FC317A1}" dt="2025-11-18T17:43:29.996" v="2504" actId="14100"/>
          <ac:spMkLst>
            <pc:docMk/>
            <pc:sldMk cId="735581548" sldId="268"/>
            <ac:spMk id="9" creationId="{448DEE9D-3FE4-D822-5604-BB8DA440BCF1}"/>
          </ac:spMkLst>
        </pc:spChg>
        <pc:spChg chg="add mod">
          <ac:chgData name="Anne O'Leary" userId="7413efb7-c5b1-4863-97c5-8928407f1270" providerId="ADAL" clId="{BCC7D032-DCF0-46F0-BEA4-C45D6FC317A1}" dt="2025-11-18T17:44:08.976" v="2637" actId="20577"/>
          <ac:spMkLst>
            <pc:docMk/>
            <pc:sldMk cId="735581548" sldId="268"/>
            <ac:spMk id="11" creationId="{7B621D69-1988-BEC7-5A64-7C342C3532FB}"/>
          </ac:spMkLst>
        </pc:spChg>
        <pc:picChg chg="add mod ord">
          <ac:chgData name="Anne O'Leary" userId="7413efb7-c5b1-4863-97c5-8928407f1270" providerId="ADAL" clId="{BCC7D032-DCF0-46F0-BEA4-C45D6FC317A1}" dt="2025-11-18T17:10:42.976" v="1826" actId="14100"/>
          <ac:picMkLst>
            <pc:docMk/>
            <pc:sldMk cId="735581548" sldId="268"/>
            <ac:picMk id="5" creationId="{27D570EF-D4E0-AC8F-4A3D-C173A4B706BF}"/>
          </ac:picMkLst>
        </pc:picChg>
        <pc:picChg chg="del">
          <ac:chgData name="Anne O'Leary" userId="7413efb7-c5b1-4863-97c5-8928407f1270" providerId="ADAL" clId="{BCC7D032-DCF0-46F0-BEA4-C45D6FC317A1}" dt="2025-11-18T17:10:27.158" v="1821" actId="478"/>
          <ac:picMkLst>
            <pc:docMk/>
            <pc:sldMk cId="735581548" sldId="268"/>
            <ac:picMk id="6" creationId="{075131EA-FC6D-168C-4DA9-D11401C306E8}"/>
          </ac:picMkLst>
        </pc:picChg>
        <pc:picChg chg="add mod ord">
          <ac:chgData name="Anne O'Leary" userId="7413efb7-c5b1-4863-97c5-8928407f1270" providerId="ADAL" clId="{BCC7D032-DCF0-46F0-BEA4-C45D6FC317A1}" dt="2025-11-18T17:12:47.631" v="1935" actId="167"/>
          <ac:picMkLst>
            <pc:docMk/>
            <pc:sldMk cId="735581548" sldId="268"/>
            <ac:picMk id="10" creationId="{C4E1AD1E-F664-6C5A-D65C-569EF32D4190}"/>
          </ac:picMkLst>
        </pc:picChg>
      </pc:sldChg>
      <pc:sldChg chg="modSp add mod ord">
        <pc:chgData name="Anne O'Leary" userId="7413efb7-c5b1-4863-97c5-8928407f1270" providerId="ADAL" clId="{BCC7D032-DCF0-46F0-BEA4-C45D6FC317A1}" dt="2025-11-18T17:29:20.381" v="2408" actId="20577"/>
        <pc:sldMkLst>
          <pc:docMk/>
          <pc:sldMk cId="2088817702" sldId="269"/>
        </pc:sldMkLst>
        <pc:spChg chg="mod">
          <ac:chgData name="Anne O'Leary" userId="7413efb7-c5b1-4863-97c5-8928407f1270" providerId="ADAL" clId="{BCC7D032-DCF0-46F0-BEA4-C45D6FC317A1}" dt="2025-11-18T17:29:20.381" v="2408" actId="20577"/>
          <ac:spMkLst>
            <pc:docMk/>
            <pc:sldMk cId="2088817702" sldId="269"/>
            <ac:spMk id="9" creationId="{21AEB69B-81B6-1D1A-0A26-D3D4FB30EEBA}"/>
          </ac:spMkLst>
        </pc:spChg>
      </pc:sldChg>
      <pc:sldChg chg="addSp delSp modSp add mod">
        <pc:chgData name="Anne O'Leary" userId="7413efb7-c5b1-4863-97c5-8928407f1270" providerId="ADAL" clId="{BCC7D032-DCF0-46F0-BEA4-C45D6FC317A1}" dt="2025-11-18T17:47:25.117" v="2766" actId="20577"/>
        <pc:sldMkLst>
          <pc:docMk/>
          <pc:sldMk cId="2998306846" sldId="270"/>
        </pc:sldMkLst>
        <pc:spChg chg="del">
          <ac:chgData name="Anne O'Leary" userId="7413efb7-c5b1-4863-97c5-8928407f1270" providerId="ADAL" clId="{BCC7D032-DCF0-46F0-BEA4-C45D6FC317A1}" dt="2025-11-18T17:32:21.572" v="2416" actId="478"/>
          <ac:spMkLst>
            <pc:docMk/>
            <pc:sldMk cId="2998306846" sldId="270"/>
            <ac:spMk id="7" creationId="{DBEE661B-260C-EB66-680A-8AAAB98882CB}"/>
          </ac:spMkLst>
        </pc:spChg>
        <pc:spChg chg="mod">
          <ac:chgData name="Anne O'Leary" userId="7413efb7-c5b1-4863-97c5-8928407f1270" providerId="ADAL" clId="{BCC7D032-DCF0-46F0-BEA4-C45D6FC317A1}" dt="2025-11-18T17:47:25.117" v="2766" actId="20577"/>
          <ac:spMkLst>
            <pc:docMk/>
            <pc:sldMk cId="2998306846" sldId="270"/>
            <ac:spMk id="9" creationId="{623065F3-DB67-DC6F-6FD3-38C4FEBD5D74}"/>
          </ac:spMkLst>
        </pc:spChg>
        <pc:picChg chg="del">
          <ac:chgData name="Anne O'Leary" userId="7413efb7-c5b1-4863-97c5-8928407f1270" providerId="ADAL" clId="{BCC7D032-DCF0-46F0-BEA4-C45D6FC317A1}" dt="2025-11-18T17:29:53.029" v="2410" actId="478"/>
          <ac:picMkLst>
            <pc:docMk/>
            <pc:sldMk cId="2998306846" sldId="270"/>
            <ac:picMk id="5" creationId="{051D923F-7D55-AA4F-85B4-1A14A352B993}"/>
          </ac:picMkLst>
        </pc:picChg>
        <pc:picChg chg="add del mod">
          <ac:chgData name="Anne O'Leary" userId="7413efb7-c5b1-4863-97c5-8928407f1270" providerId="ADAL" clId="{BCC7D032-DCF0-46F0-BEA4-C45D6FC317A1}" dt="2025-11-18T17:45:20.048" v="2648" actId="478"/>
          <ac:picMkLst>
            <pc:docMk/>
            <pc:sldMk cId="2998306846" sldId="270"/>
            <ac:picMk id="6" creationId="{4738D2FA-4F27-9583-A54E-0321EC48F7E7}"/>
          </ac:picMkLst>
        </pc:picChg>
        <pc:picChg chg="del">
          <ac:chgData name="Anne O'Leary" userId="7413efb7-c5b1-4863-97c5-8928407f1270" providerId="ADAL" clId="{BCC7D032-DCF0-46F0-BEA4-C45D6FC317A1}" dt="2025-11-18T17:29:54.807" v="2411" actId="478"/>
          <ac:picMkLst>
            <pc:docMk/>
            <pc:sldMk cId="2998306846" sldId="270"/>
            <ac:picMk id="10" creationId="{7B3609F2-FDB1-E9FF-2B87-4AB351B42940}"/>
          </ac:picMkLst>
        </pc:picChg>
        <pc:picChg chg="add mod ord">
          <ac:chgData name="Anne O'Leary" userId="7413efb7-c5b1-4863-97c5-8928407f1270" providerId="ADAL" clId="{BCC7D032-DCF0-46F0-BEA4-C45D6FC317A1}" dt="2025-11-18T17:45:35.029" v="2654" actId="167"/>
          <ac:picMkLst>
            <pc:docMk/>
            <pc:sldMk cId="2998306846" sldId="270"/>
            <ac:picMk id="11" creationId="{6A9A0615-C33E-D328-5AA3-6401C27C9E8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F55A4-F708-4388-8FFE-244EDBC5FFD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B1A4C5-7E27-4DC7-BA44-E47510E9C9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111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bon Researcher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arrow in a square with black background&#10;&#10;Description automatically generated">
            <a:extLst>
              <a:ext uri="{FF2B5EF4-FFF2-40B4-BE49-F238E27FC236}">
                <a16:creationId xmlns:a16="http://schemas.microsoft.com/office/drawing/2014/main" id="{BF3E86E5-0402-612E-C2C3-1ABEEC1534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325" y="5696013"/>
            <a:ext cx="1204190" cy="1204190"/>
          </a:xfrm>
          <a:prstGeom prst="rect">
            <a:avLst/>
          </a:prstGeom>
        </p:spPr>
      </p:pic>
      <p:pic>
        <p:nvPicPr>
          <p:cNvPr id="13" name="Picture 12" descr="A black and white logo&#10;&#10;Description automatically generated">
            <a:extLst>
              <a:ext uri="{FF2B5EF4-FFF2-40B4-BE49-F238E27FC236}">
                <a16:creationId xmlns:a16="http://schemas.microsoft.com/office/drawing/2014/main" id="{0EB1E191-D231-6404-F2F4-1A6F4CE1F47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0E5C87-871B-11D9-E7FF-ACC88083DC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3" name="Picture 2" descr="A white footprint with white text&#10;&#10;Description automatically generated">
            <a:extLst>
              <a:ext uri="{FF2B5EF4-FFF2-40B4-BE49-F238E27FC236}">
                <a16:creationId xmlns:a16="http://schemas.microsoft.com/office/drawing/2014/main" id="{EE99AE75-8428-E696-5CCC-5E7E572B83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515" y="5696013"/>
            <a:ext cx="1206932" cy="10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5038"/>
      </p:ext>
    </p:extLst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ic Mining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logo&#10;&#10;Description automatically generated">
            <a:extLst>
              <a:ext uri="{FF2B5EF4-FFF2-40B4-BE49-F238E27FC236}">
                <a16:creationId xmlns:a16="http://schemas.microsoft.com/office/drawing/2014/main" id="{99D46E80-FEA1-7971-99E4-69B6A96357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3" name="Picture 1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7F15802-F9B7-DF3A-62DC-D033381DE3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614" y="5862120"/>
            <a:ext cx="1976021" cy="787224"/>
          </a:xfrm>
          <a:prstGeom prst="rect">
            <a:avLst/>
          </a:prstGeom>
        </p:spPr>
      </p:pic>
      <p:pic>
        <p:nvPicPr>
          <p:cNvPr id="15" name="Picture 14" descr="A black and white logo&#10;&#10;Description automatically generated">
            <a:extLst>
              <a:ext uri="{FF2B5EF4-FFF2-40B4-BE49-F238E27FC236}">
                <a16:creationId xmlns:a16="http://schemas.microsoft.com/office/drawing/2014/main" id="{0E995144-F8E9-5CC7-4DCA-232EC6F102E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074" y="5918081"/>
            <a:ext cx="2554778" cy="73602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3522D7-1E9A-B5B4-6FDD-08CBD0CCB3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841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Research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95892F2D-7B2B-E504-1042-0126EAF85F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C993E81-7D61-5F6E-D47E-1F98335A42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51486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NA Origami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B64E229D-AF18-69AE-6C35-3D098217A1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A522E200-5AC9-64AB-6D5B-2B31136685E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0299" y="5853403"/>
            <a:ext cx="3048000" cy="812800"/>
          </a:xfrm>
          <a:prstGeom prst="rect">
            <a:avLst/>
          </a:prstGeom>
        </p:spPr>
      </p:pic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381B451-C763-7DB3-B88C-83CAF26B17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5614" y="5908812"/>
            <a:ext cx="1237702" cy="61885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10659-7EC0-2544-762F-13D1DDD92A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520206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arth Observation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D4C70E64-9798-E3CC-D82F-4D8AC01F7C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0" name="Picture 9" descr="A white arrow in a square with black background&#10;&#10;Description automatically generated">
            <a:extLst>
              <a:ext uri="{FF2B5EF4-FFF2-40B4-BE49-F238E27FC236}">
                <a16:creationId xmlns:a16="http://schemas.microsoft.com/office/drawing/2014/main" id="{79576917-1CD8-0EFE-DD47-42BCE1A25C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802" y="5689593"/>
            <a:ext cx="1118093" cy="1118093"/>
          </a:xfrm>
          <a:prstGeom prst="rect">
            <a:avLst/>
          </a:prstGeom>
        </p:spPr>
      </p:pic>
      <p:pic>
        <p:nvPicPr>
          <p:cNvPr id="14" name="Picture 1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A31FA429-B037-0E54-8B35-20A232DE003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113" y="5915792"/>
            <a:ext cx="2552497" cy="653164"/>
          </a:xfrm>
          <a:prstGeom prst="rect">
            <a:avLst/>
          </a:prstGeom>
        </p:spPr>
      </p:pic>
      <p:pic>
        <p:nvPicPr>
          <p:cNvPr id="16" name="Picture 15" descr="A white circle with a symbol in it&#10;&#10;Description automatically generated with medium confidence">
            <a:extLst>
              <a:ext uri="{FF2B5EF4-FFF2-40B4-BE49-F238E27FC236}">
                <a16:creationId xmlns:a16="http://schemas.microsoft.com/office/drawing/2014/main" id="{30F8E129-841D-68F7-EE2C-09B3A8D0601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3205" y="5806357"/>
            <a:ext cx="785005" cy="75883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D0346AC-2604-7C37-FCD3-32CB385F39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426141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er Fragrance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99A9D31-F0A0-30D0-1393-5C79DCC2EE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3623" y="6025970"/>
            <a:ext cx="1725810" cy="631216"/>
          </a:xfrm>
          <a:prstGeom prst="rect">
            <a:avLst/>
          </a:prstGeom>
        </p:spPr>
      </p:pic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65C5294B-F714-C520-6524-60E882D7D6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1310560-022F-0E01-8382-EF7D510E3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D4DDC289-EEF4-364A-D587-C40EEAE24D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488" y="5698832"/>
            <a:ext cx="2900531" cy="126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488294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nic Liquid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2AD5D325-79EE-0F82-EC81-15E0FB187E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1" name="Picture 10" descr="A black and white logo&#10;&#10;Description automatically generated">
            <a:extLst>
              <a:ext uri="{FF2B5EF4-FFF2-40B4-BE49-F238E27FC236}">
                <a16:creationId xmlns:a16="http://schemas.microsoft.com/office/drawing/2014/main" id="{0F574A7C-94FA-6BCC-340B-081B9A756F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477" y="5989634"/>
            <a:ext cx="1922432" cy="615591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CB5E9F5-B9B3-29D6-A967-CDFE74C4DA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57661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zill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05C3C06-5189-3966-B2A8-DA6CBC2C86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28AC72A3-0FBF-E7DA-8B53-899FE7DD94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8" name="Picture 17" descr="A logo with text and leaves&#10;&#10;Description automatically generated">
            <a:extLst>
              <a:ext uri="{FF2B5EF4-FFF2-40B4-BE49-F238E27FC236}">
                <a16:creationId xmlns:a16="http://schemas.microsoft.com/office/drawing/2014/main" id="{3279A2BD-41F4-8AEA-83AD-52035A0D26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8" y="5800433"/>
            <a:ext cx="1998987" cy="88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48626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Data Covid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F209646B-20C0-9999-C9AB-605AA469FE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6F7A4A7-81DC-156A-5300-37E892D83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191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Data ATLA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6A638F80-CC8C-03A3-5B42-7E66CEDFFB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2" name="Picture 11" descr="A close-up of a logo&#10;&#10;Description automatically generated">
            <a:extLst>
              <a:ext uri="{FF2B5EF4-FFF2-40B4-BE49-F238E27FC236}">
                <a16:creationId xmlns:a16="http://schemas.microsoft.com/office/drawing/2014/main" id="{B55F7AEF-E4A6-14FA-DB9C-BCB34A53A5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2466" y="5977863"/>
            <a:ext cx="1376263" cy="589102"/>
          </a:xfrm>
          <a:prstGeom prst="rect">
            <a:avLst/>
          </a:prstGeom>
        </p:spPr>
      </p:pic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4DAF895-C667-F5B1-0BE5-7374E8545EB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136" y="5865975"/>
            <a:ext cx="1590226" cy="790815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5DC5F8-0A40-0196-3AA5-DC981A5466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433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g Data ATLA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6A638F80-CC8C-03A3-5B42-7E66CEDFFB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5DC5F8-0A40-0196-3AA5-DC981A5466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3" name="Picture 2" descr="A group of animals with white text&#10;&#10;Description automatically generated">
            <a:extLst>
              <a:ext uri="{FF2B5EF4-FFF2-40B4-BE49-F238E27FC236}">
                <a16:creationId xmlns:a16="http://schemas.microsoft.com/office/drawing/2014/main" id="{DA640161-26CE-F3A1-BAF6-5AFFFC6527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435" y="5934218"/>
            <a:ext cx="1050128" cy="787224"/>
          </a:xfrm>
          <a:prstGeom prst="rect">
            <a:avLst/>
          </a:prstGeom>
        </p:spPr>
      </p:pic>
      <p:pic>
        <p:nvPicPr>
          <p:cNvPr id="4" name="Picture 3" descr="A green and yellow sign with a black background&#10;&#10;Description automatically generated">
            <a:extLst>
              <a:ext uri="{FF2B5EF4-FFF2-40B4-BE49-F238E27FC236}">
                <a16:creationId xmlns:a16="http://schemas.microsoft.com/office/drawing/2014/main" id="{17C54417-9182-6919-D58F-BA029FACF85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160" y="5934218"/>
            <a:ext cx="2072120" cy="52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771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Flight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456082DC-935C-DB1F-A266-6E765A7BEC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4" name="Picture 13" descr="A logo of a plane&#10;&#10;Description automatically generated">
            <a:extLst>
              <a:ext uri="{FF2B5EF4-FFF2-40B4-BE49-F238E27FC236}">
                <a16:creationId xmlns:a16="http://schemas.microsoft.com/office/drawing/2014/main" id="{C9CBCB14-91AC-B71A-81C1-14D26E67F56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4300" y="5502990"/>
            <a:ext cx="1217356" cy="1217356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B809059-4E0A-A4DE-D2C2-89AC5377EA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7ECB7D51-E07A-37BD-6527-FA6DBF1FDA7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02" y="5857854"/>
            <a:ext cx="2554778" cy="73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0723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bbles Title Slide no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8503760E-176D-5076-E7A0-0E1331A9B7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6597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E2FA3-3770-F9C5-DA16-609635DAD9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>
          <a:xfrm>
            <a:off x="601088" y="1367276"/>
            <a:ext cx="8231762" cy="4248150"/>
          </a:xfrm>
        </p:spPr>
        <p:txBody>
          <a:bodyPr/>
          <a:lstStyle>
            <a:lvl1pPr>
              <a:defRPr spc="-50"/>
            </a:lvl1pPr>
            <a:lvl2pPr>
              <a:defRPr spc="-50"/>
            </a:lvl2pPr>
            <a:lvl3pPr>
              <a:defRPr spc="-50"/>
            </a:lvl3pPr>
            <a:lvl4pPr>
              <a:defRPr spc="-50"/>
            </a:lvl4pPr>
            <a:lvl5pPr>
              <a:defRPr spc="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92FD934-F945-BD75-FC1D-FBAE216F4A98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750AB3A-1B7C-05CA-A639-88EE287C78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0CF23-9AEB-7F9B-B1D7-F2FBC64EF6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6938927-F628-1D11-FD0C-1C2BA13F6B65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74D8303-4311-E529-98E1-9B12DE17609F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EC5DF2DD-61DD-7F97-E827-F5CEF2B4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A684D53-69BF-F7BF-C676-20FF1F1D92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91624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 and tex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B397553-21D6-7745-80FF-9D183C685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658814" y="1449388"/>
            <a:ext cx="5365750" cy="4535487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6AAF18E-AAF2-2D65-DEAB-E2A7AF4AF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169344" y="1449389"/>
            <a:ext cx="5292724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DF91A6-6DC1-72AC-B708-D8B8F4D86C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69344" y="4800600"/>
            <a:ext cx="4464050" cy="1184275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571CB91-46A7-76DA-43F8-A26F9183866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1466F5E-5E92-1F98-F494-BDC97E2FA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2724C2-EF34-4902-A7C6-997B094DF402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0E50E-32A1-CB32-FBD4-E546486CF0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808BAE55-6C4F-9FA4-A05C-E19F3BD75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FA7847-2A53-85D4-1FAA-B0375069CB0B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9DDF33B-0522-6802-A91A-60B1AF9E3FCD}"/>
              </a:ext>
            </a:extLst>
          </p:cNvPr>
          <p:cNvCxnSpPr>
            <a:cxnSpLocks/>
          </p:cNvCxnSpPr>
          <p:nvPr userDrawn="1"/>
        </p:nvCxnSpPr>
        <p:spPr>
          <a:xfrm>
            <a:off x="812230" y="61880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F1A14133-1D84-DEA6-D564-39FBBBBF06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5972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 and tex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A1B17E2-0692-2F47-B3D0-DA30D73A720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7" y="1449388"/>
            <a:ext cx="5419725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2157036E-49DC-CEF1-BB42-794887527E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56325" y="4800600"/>
            <a:ext cx="4464050" cy="1184275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D44B1B43-AB0B-5768-FDA8-DBC46B6B10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6240462" y="1449389"/>
            <a:ext cx="5400675" cy="3351212"/>
          </a:xfrm>
        </p:spPr>
        <p:txBody>
          <a:bodyPr/>
          <a:lstStyle/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29842E-1150-D605-875F-865519B63B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B5639EB-4992-7299-12BA-2ED2ACBD8E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1F34DFE-A307-A154-3B2D-A9FF53F4995D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66584D-32D9-EFCB-35CB-C67D2B5ED77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4" name="Title 7">
            <a:extLst>
              <a:ext uri="{FF2B5EF4-FFF2-40B4-BE49-F238E27FC236}">
                <a16:creationId xmlns:a16="http://schemas.microsoft.com/office/drawing/2014/main" id="{BF9D4601-9EC5-B19C-7466-D6405A041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975A74-F844-AD91-B5C2-ECF8E7D8F291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0BCDC002-70FF-689A-AF0B-CD527CAEA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68820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F0B99FD-C283-9304-6BC1-696AC04C3B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022918-F320-C0C2-2E4A-3F0FABDC9D5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5113D60D-91EE-63F6-711A-E6D774040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B517ED-24AB-F1B4-13EE-E8AEF9193074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970D4C84-E151-C9C9-3F72-B0D743A87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0975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/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48AEEDE7-7F67-2CE8-0E6E-AC479A07861A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305C0-3341-F3D4-386F-84E0DA094E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89B6DA44-53E3-ECD9-6AC7-79A1D6794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B15E8A1-54E2-99D9-52D1-C923949EF6A3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7BEC5DC0-1BFD-207E-8518-83FC455821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34927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F43FB031-EA51-FEDF-5A22-F31FACB64F5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6E64D7-A8EA-CC4C-F169-4DFF0BA65F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2390B854-9DC7-BB47-83E8-8D5D9C4AD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350CC0-693A-9C2F-D778-A0A8126FBB99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BE4DDFAA-A2AB-E617-0E53-28ED09D41B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02435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30AD8988-F040-DCB2-05E7-1ACD8481F44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58813" y="1449388"/>
            <a:ext cx="10982325" cy="4535486"/>
          </a:xfrm>
        </p:spPr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7417F4-69C6-6E20-100D-684B15E65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2" name="Title 7">
            <a:extLst>
              <a:ext uri="{FF2B5EF4-FFF2-40B4-BE49-F238E27FC236}">
                <a16:creationId xmlns:a16="http://schemas.microsoft.com/office/drawing/2014/main" id="{6C8E20D1-336C-34BC-163F-5BCF5DEF7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11D9EB5-4581-0552-DD75-6B99B25DB0EF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B088C69-2A64-F5F1-9DE6-FAE4331C06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275431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9F50FD-99C3-DCA3-D8A6-5091BE5791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12" y="1449395"/>
            <a:ext cx="10982325" cy="4535478"/>
          </a:xfrm>
        </p:spPr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6081C-C79B-BA7D-33C8-AED52CE154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C0730FDD-E866-3642-5D4D-B0DCF3D2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3DFA42-FC4F-CF9E-104B-901690E8A486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8A148A84-65A4-B495-5D02-F7202456BB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06280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6081C-C79B-BA7D-33C8-AED52CE154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C0730FDD-E866-3642-5D4D-B0DCF3D2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3DFA42-FC4F-CF9E-104B-901690E8A486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8A148A84-65A4-B495-5D02-F7202456BB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320622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C93E65F-D744-A19C-D064-D4AADD73FA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9"/>
          </p:nvPr>
        </p:nvSpPr>
        <p:spPr>
          <a:xfrm>
            <a:off x="640398" y="1449387"/>
            <a:ext cx="3547427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01AE750F-7C22-9D72-7FA0-013292492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0"/>
          </p:nvPr>
        </p:nvSpPr>
        <p:spPr>
          <a:xfrm>
            <a:off x="4403725" y="1449387"/>
            <a:ext cx="3492499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08DCB171-3C5E-1841-9DA6-1BB132C9CD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8128003" y="1449388"/>
            <a:ext cx="3492498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BC5C6CC-2DB4-7670-5945-FE1C9D9BC5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4361" y="3906399"/>
            <a:ext cx="3547427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F32F35D-8DA9-B517-2C74-0C6784BFBD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22"/>
          </p:nvPr>
        </p:nvSpPr>
        <p:spPr>
          <a:xfrm>
            <a:off x="4329749" y="3906399"/>
            <a:ext cx="3566475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6893B2E-2FBF-D24F-2B34-A64EDE64B1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23"/>
          </p:nvPr>
        </p:nvSpPr>
        <p:spPr>
          <a:xfrm>
            <a:off x="8054025" y="3906399"/>
            <a:ext cx="3566475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DDEA90-78B6-6DFB-E7D2-E28E3A2AD3D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8EA9946D-9145-6932-895F-DA7A6F6A77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7B372F6-147E-0ABC-ACC9-CE3D7D429C08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DFBDC7-4F94-9AA9-9C15-66F3FC51AC9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7" name="Title 7">
            <a:extLst>
              <a:ext uri="{FF2B5EF4-FFF2-40B4-BE49-F238E27FC236}">
                <a16:creationId xmlns:a16="http://schemas.microsoft.com/office/drawing/2014/main" id="{01BDB855-F88E-936B-6BE7-9AAD0F14F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44E404-4D15-999D-2720-2F0778944E7C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A0DB5BE1-1602-9ECC-068C-CEA4281245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2062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l) and small 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0BB618E-6B9F-DC67-8D7F-0A121C6BC3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7" y="1449388"/>
            <a:ext cx="6570663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F26FE86-BF69-0124-ECE0-9E629B208C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8112125" y="1449388"/>
            <a:ext cx="3508375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BD4565F-E10A-B395-5671-59CA38D133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8056709" y="3833525"/>
            <a:ext cx="3563791" cy="1092319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DD82D20-DE21-6959-2F7F-6DFE6C56C0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A71C189-B1D3-059F-03F4-4FBD3ACE63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4CCAA4BE-17B8-D921-5525-A61C6A17DE5D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5B977B-63CF-254F-43F8-BD796E5AEE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4" name="Title 7">
            <a:extLst>
              <a:ext uri="{FF2B5EF4-FFF2-40B4-BE49-F238E27FC236}">
                <a16:creationId xmlns:a16="http://schemas.microsoft.com/office/drawing/2014/main" id="{3CEB65FC-BE97-8AC6-AC8F-FC8343F1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63F1DE-765E-9AC4-71D4-610053C7B8C8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B0BE1972-5BF2-4918-8D6F-DDF4A6CEFC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33510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r) 2 small images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233A8E2-E7D9-CAB0-7787-770C8775E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4331856" y="1449388"/>
            <a:ext cx="7282612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BB99C4-14EF-D9BD-F026-2053B0986D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658813" y="1449388"/>
            <a:ext cx="3529012" cy="21590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704B1B7-B571-5642-68FA-8C20C5A164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2"/>
          </p:nvPr>
        </p:nvSpPr>
        <p:spPr>
          <a:xfrm>
            <a:off x="658814" y="3824288"/>
            <a:ext cx="3529012" cy="21590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9AF923F-0E2C-9996-B0D1-C7D1491D1B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4324666" y="4900394"/>
            <a:ext cx="4724084" cy="109231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4976E9-1243-AFDB-C400-3EEFCDFF16B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05683D4F-3002-688B-93C4-C1025E9099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164959B-EFB9-AB05-CB58-97AA5C34A70F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520B25-839E-1906-B243-74921B7CC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5" name="Title 7">
            <a:extLst>
              <a:ext uri="{FF2B5EF4-FFF2-40B4-BE49-F238E27FC236}">
                <a16:creationId xmlns:a16="http://schemas.microsoft.com/office/drawing/2014/main" id="{537D20C2-9D62-D637-C713-77C46C640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EF6CCE-DFCF-8ABE-7103-9DAF1FB59ED7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F00B8696-6969-AEFF-B968-F0310DABD6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08501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E7A0EEC-E7FA-A317-A3F9-C5A39F915D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8" y="1449388"/>
            <a:ext cx="5419725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05436BC-CF6E-65F2-2F83-69CC19583B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9"/>
          </p:nvPr>
        </p:nvSpPr>
        <p:spPr>
          <a:xfrm>
            <a:off x="6251259" y="1449388"/>
            <a:ext cx="5419726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FD258F-DB94-0B2C-D3AE-32DF7675825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5E502DC7-A77F-3E46-1DCF-B2BF900F7F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F6218B6-F742-714B-4B01-259F79CE615F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D46C0C-628E-B70C-8099-0F127BCB868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E64D8E52-DE92-240E-A48D-E45A9C7B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825E2F-4D44-33B0-A107-3B583E4059CB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E1CE48DE-044A-9CEC-7290-4EF1456772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1260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jects -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6F04F7F6-F7F6-B5B5-238D-1D84A0D0FC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3025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y Questions -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088AA978-02CD-D427-9910-6AEC5F2D73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998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uated IRIS blu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7F06C-B8FB-4F70-3830-F6D884770E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747078" y="1478916"/>
            <a:ext cx="10982324" cy="34097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02A85B-4F26-1501-098D-23045D0500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747712" y="2058463"/>
            <a:ext cx="10981689" cy="3626379"/>
          </a:xfrm>
        </p:spPr>
        <p:txBody>
          <a:bodyPr/>
          <a:lstStyle>
            <a:lvl1pPr>
              <a:defRPr sz="4400" i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Description goes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52F5E22-7996-E8CB-3CAA-4E58B24DFB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518337"/>
      </p:ext>
    </p:extLst>
  </p:cSld>
  <p:clrMapOvr>
    <a:masterClrMapping/>
  </p:clrMapOvr>
  <p:hf hdr="0" ft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ic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7F06C-B8FB-4F70-3830-F6D884770E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747078" y="1478916"/>
            <a:ext cx="10982324" cy="34097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12EE1C-0364-B796-F962-8CA4DAC00B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797878" y="9525"/>
            <a:ext cx="5602922" cy="91440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fld id="{438A2839-F808-483A-A2FB-D5F2B69B163C}" type="datetime2">
              <a:rPr lang="en-GB" smtClean="0"/>
              <a:t>Thursday, 02 February 2023</a:t>
            </a:fld>
            <a:endParaRPr lang="en-GB"/>
          </a:p>
          <a:p>
            <a:pPr lvl="0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02A85B-4F26-1501-098D-23045D0500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747712" y="2058463"/>
            <a:ext cx="10981689" cy="3626379"/>
          </a:xfrm>
        </p:spPr>
        <p:txBody>
          <a:bodyPr/>
          <a:lstStyle>
            <a:lvl1pPr>
              <a:defRPr sz="4400" i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Description goes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59591816-C0A7-4C3E-D746-D4C8C501D4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09335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FF6E10-9041-5C8E-85B9-04C5894A2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182881"/>
            <a:ext cx="10982324" cy="3409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A9E71-4937-E083-4401-9344D136F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853" y="1363401"/>
            <a:ext cx="823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8591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89" r:id="rId2"/>
    <p:sldLayoutId id="2147483673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96" r:id="rId11"/>
    <p:sldLayoutId id="2147483688" r:id="rId12"/>
    <p:sldLayoutId id="2147483691" r:id="rId13"/>
    <p:sldLayoutId id="2147483660" r:id="rId14"/>
    <p:sldLayoutId id="2147483661" r:id="rId15"/>
    <p:sldLayoutId id="2147483662" r:id="rId16"/>
    <p:sldLayoutId id="2147483663" r:id="rId17"/>
    <p:sldLayoutId id="2147483671" r:id="rId18"/>
    <p:sldLayoutId id="2147483672" r:id="rId19"/>
    <p:sldLayoutId id="2147483669" r:id="rId20"/>
    <p:sldLayoutId id="2147483670" r:id="rId21"/>
    <p:sldLayoutId id="2147483690" r:id="rId22"/>
    <p:sldLayoutId id="2147483664" r:id="rId23"/>
    <p:sldLayoutId id="2147483665" r:id="rId24"/>
    <p:sldLayoutId id="2147483666" r:id="rId25"/>
    <p:sldLayoutId id="2147483667" r:id="rId26"/>
    <p:sldLayoutId id="2147483692" r:id="rId27"/>
    <p:sldLayoutId id="2147483693" r:id="rId28"/>
    <p:sldLayoutId id="2147483694" r:id="rId29"/>
    <p:sldLayoutId id="2147483695" r:id="rId3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500" spc="-50" baseline="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ts val="3000"/>
        </a:lnSpc>
        <a:spcBef>
          <a:spcPts val="0"/>
        </a:spcBef>
        <a:buFont typeface="Arial" panose="020B0604020202020204" pitchFamily="34" charset="0"/>
        <a:buNone/>
        <a:defRPr sz="3000" kern="1200" spc="-50" baseline="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42000" indent="-342000" algn="l" defTabSz="914400" rtl="0" eaLnBrk="1" latinLnBrk="0" hangingPunct="1">
        <a:lnSpc>
          <a:spcPts val="30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342900" indent="-342900" algn="l" defTabSz="914400" rtl="0" eaLnBrk="1" latinLnBrk="0" hangingPunct="1">
        <a:lnSpc>
          <a:spcPts val="26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342900" indent="-342900" algn="l" defTabSz="914400" rtl="0" eaLnBrk="1" latinLnBrk="0" hangingPunct="1">
        <a:lnSpc>
          <a:spcPts val="26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2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42000" indent="-342000" algn="l" defTabSz="914400" rtl="0" eaLnBrk="1" latinLnBrk="0" hangingPunct="1">
        <a:lnSpc>
          <a:spcPts val="2600"/>
        </a:lnSpc>
        <a:spcBef>
          <a:spcPts val="0"/>
        </a:spcBef>
        <a:buFont typeface="Arial" panose="020B0604020202020204" pitchFamily="34" charset="0"/>
        <a:buChar char="•"/>
        <a:defRPr sz="1600" kern="1200" baseline="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13" userDrawn="1">
          <p15:clr>
            <a:srgbClr val="F26B43"/>
          </p15:clr>
        </p15:guide>
        <p15:guide id="2" pos="1595" userDrawn="1">
          <p15:clr>
            <a:srgbClr val="F26B43"/>
          </p15:clr>
        </p15:guide>
        <p15:guide id="3" pos="7333" userDrawn="1">
          <p15:clr>
            <a:srgbClr val="000000"/>
          </p15:clr>
        </p15:guide>
        <p15:guide id="4" pos="2638" userDrawn="1">
          <p15:clr>
            <a:srgbClr val="F26B43"/>
          </p15:clr>
        </p15:guide>
        <p15:guide id="5" pos="2184" userDrawn="1">
          <p15:clr>
            <a:srgbClr val="F26B43"/>
          </p15:clr>
        </p15:guide>
        <p15:guide id="6" pos="2048" userDrawn="1">
          <p15:clr>
            <a:srgbClr val="F26B43"/>
          </p15:clr>
        </p15:guide>
        <p15:guide id="7" pos="1459" userDrawn="1">
          <p15:clr>
            <a:srgbClr val="F26B43"/>
          </p15:clr>
        </p15:guide>
        <p15:guide id="8" pos="1005" userDrawn="1">
          <p15:clr>
            <a:srgbClr val="F26B43"/>
          </p15:clr>
        </p15:guide>
        <p15:guide id="9" pos="869" userDrawn="1">
          <p15:clr>
            <a:srgbClr val="F26B43"/>
          </p15:clr>
        </p15:guide>
        <p15:guide id="10" pos="415" userDrawn="1">
          <p15:clr>
            <a:srgbClr val="F26B43"/>
          </p15:clr>
        </p15:guide>
        <p15:guide id="11" orient="horz" pos="2273" userDrawn="1">
          <p15:clr>
            <a:srgbClr val="F26B43"/>
          </p15:clr>
        </p15:guide>
        <p15:guide id="12" pos="2774" userDrawn="1">
          <p15:clr>
            <a:srgbClr val="F26B43"/>
          </p15:clr>
        </p15:guide>
        <p15:guide id="13" pos="3228" userDrawn="1">
          <p15:clr>
            <a:srgbClr val="F26B43"/>
          </p15:clr>
        </p15:guide>
        <p15:guide id="14" pos="3364" userDrawn="1">
          <p15:clr>
            <a:srgbClr val="F26B43"/>
          </p15:clr>
        </p15:guide>
        <p15:guide id="15" pos="3795" userDrawn="1">
          <p15:clr>
            <a:srgbClr val="F26B43"/>
          </p15:clr>
        </p15:guide>
        <p15:guide id="16" pos="3931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520" userDrawn="1">
          <p15:clr>
            <a:srgbClr val="F26B43"/>
          </p15:clr>
        </p15:guide>
        <p15:guide id="19" pos="4974" userDrawn="1">
          <p15:clr>
            <a:srgbClr val="F26B43"/>
          </p15:clr>
        </p15:guide>
        <p15:guide id="20" pos="5110" userDrawn="1">
          <p15:clr>
            <a:srgbClr val="F26B43"/>
          </p15:clr>
        </p15:guide>
        <p15:guide id="21" pos="5564" userDrawn="1">
          <p15:clr>
            <a:srgbClr val="F26B43"/>
          </p15:clr>
        </p15:guide>
        <p15:guide id="22" pos="5700" userDrawn="1">
          <p15:clr>
            <a:srgbClr val="F26B43"/>
          </p15:clr>
        </p15:guide>
        <p15:guide id="23" pos="6153" userDrawn="1">
          <p15:clr>
            <a:srgbClr val="F26B43"/>
          </p15:clr>
        </p15:guide>
        <p15:guide id="24" pos="6289" userDrawn="1">
          <p15:clr>
            <a:srgbClr val="F26B43"/>
          </p15:clr>
        </p15:guide>
        <p15:guide id="25" pos="6743" userDrawn="1">
          <p15:clr>
            <a:srgbClr val="F26B43"/>
          </p15:clr>
        </p15:guide>
        <p15:guide id="26" pos="6879" userDrawn="1">
          <p15:clr>
            <a:srgbClr val="F26B43"/>
          </p15:clr>
        </p15:guide>
        <p15:guide id="27" orient="horz" pos="2409" userDrawn="1">
          <p15:clr>
            <a:srgbClr val="F26B43"/>
          </p15:clr>
        </p15:guide>
        <p15:guide id="28" orient="horz" pos="3770" userDrawn="1">
          <p15:clr>
            <a:srgbClr val="F26B43"/>
          </p15:clr>
        </p15:guide>
        <p15:guide id="29" orient="horz" pos="822" userDrawn="1">
          <p15:clr>
            <a:srgbClr val="F26B43"/>
          </p15:clr>
        </p15:guide>
        <p15:guide id="30" orient="horz" pos="3861" userDrawn="1">
          <p15:clr>
            <a:srgbClr val="F26B43"/>
          </p15:clr>
        </p15:guide>
        <p15:guide id="31" orient="horz" pos="3997" userDrawn="1">
          <p15:clr>
            <a:srgbClr val="000000"/>
          </p15:clr>
        </p15:guide>
        <p15:guide id="32" pos="438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data.atlas.cern/" TargetMode="Externa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12E69E-3CE4-C175-345E-436A702347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</p:spTree>
    <p:extLst>
      <p:ext uri="{BB962C8B-B14F-4D97-AF65-F5344CB8AC3E}">
        <p14:creationId xmlns:p14="http://schemas.microsoft.com/office/powerpoint/2010/main" val="3539440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20C6E0-C6A9-A321-054E-F53DC89817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First, go to the ATLAS Open Data website,</a:t>
            </a:r>
          </a:p>
          <a:p>
            <a:r>
              <a:rPr lang="en-GB" dirty="0">
                <a:hlinkClick r:id="rId2"/>
              </a:rPr>
              <a:t>https://opendata.atlas.cern/</a:t>
            </a:r>
            <a:endParaRPr lang="en-GB" dirty="0"/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8D15E1-4EB3-0238-F634-F5718D0E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F9BBE1-B734-846A-8BD5-8197D59735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</p:spTree>
    <p:extLst>
      <p:ext uri="{BB962C8B-B14F-4D97-AF65-F5344CB8AC3E}">
        <p14:creationId xmlns:p14="http://schemas.microsoft.com/office/powerpoint/2010/main" val="183320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7238099-2A1F-9BEC-3D64-EB32934B7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163" y="1453072"/>
            <a:ext cx="9612014" cy="43568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FBEB82-EA27-B79A-0B7E-819AF1573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DF0F7-029E-E4AB-5D7C-32E772D3DF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4352CD6-025C-92A6-F146-C9D0492A2F8C}"/>
              </a:ext>
            </a:extLst>
          </p:cNvPr>
          <p:cNvSpPr/>
          <p:nvPr/>
        </p:nvSpPr>
        <p:spPr>
          <a:xfrm>
            <a:off x="9131643" y="2211859"/>
            <a:ext cx="2448534" cy="1791730"/>
          </a:xfrm>
          <a:prstGeom prst="wedgeRoundRectCallout">
            <a:avLst>
              <a:gd name="adj1" fmla="val -149016"/>
              <a:gd name="adj2" fmla="val -671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You should also explore the “Documentation” tab</a:t>
            </a:r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6FB5D8B1-3929-9F2B-4654-9C77732E0D4D}"/>
              </a:ext>
            </a:extLst>
          </p:cNvPr>
          <p:cNvSpPr/>
          <p:nvPr/>
        </p:nvSpPr>
        <p:spPr>
          <a:xfrm>
            <a:off x="1716465" y="2211859"/>
            <a:ext cx="2448534" cy="1791730"/>
          </a:xfrm>
          <a:prstGeom prst="wedgeRoundRectCallout">
            <a:avLst>
              <a:gd name="adj1" fmla="val 51334"/>
              <a:gd name="adj2" fmla="val -7405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We will click “data” to explore the data collections.</a:t>
            </a:r>
          </a:p>
        </p:txBody>
      </p:sp>
    </p:spTree>
    <p:extLst>
      <p:ext uri="{BB962C8B-B14F-4D97-AF65-F5344CB8AC3E}">
        <p14:creationId xmlns:p14="http://schemas.microsoft.com/office/powerpoint/2010/main" val="208286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C32A-F4AF-CCA0-676E-BF6EF4F89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55A7F-EFCB-BCE1-3CFE-C6FBF0C0A2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8132BF-65AF-77F6-D430-114A19282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734" y="1698861"/>
            <a:ext cx="6684561" cy="4263219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2D65ACB-93A8-F696-17E5-C2955BDE70AE}"/>
              </a:ext>
            </a:extLst>
          </p:cNvPr>
          <p:cNvSpPr/>
          <p:nvPr/>
        </p:nvSpPr>
        <p:spPr>
          <a:xfrm>
            <a:off x="150608" y="3022808"/>
            <a:ext cx="2097741" cy="1430767"/>
          </a:xfrm>
          <a:prstGeom prst="wedgeRoundRectCallout">
            <a:avLst>
              <a:gd name="adj1" fmla="val 89904"/>
              <a:gd name="adj2" fmla="val -4492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Read through the information linked here.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249718CF-97CD-7137-2F89-F601E7D3F9B3}"/>
              </a:ext>
            </a:extLst>
          </p:cNvPr>
          <p:cNvSpPr/>
          <p:nvPr/>
        </p:nvSpPr>
        <p:spPr>
          <a:xfrm>
            <a:off x="9081523" y="3347331"/>
            <a:ext cx="2097741" cy="1430767"/>
          </a:xfrm>
          <a:prstGeom prst="wedgeRoundRectCallout">
            <a:avLst>
              <a:gd name="adj1" fmla="val -90096"/>
              <a:gd name="adj2" fmla="val 844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Then click on Data for Education</a:t>
            </a:r>
          </a:p>
        </p:txBody>
      </p:sp>
    </p:spTree>
    <p:extLst>
      <p:ext uri="{BB962C8B-B14F-4D97-AF65-F5344CB8AC3E}">
        <p14:creationId xmlns:p14="http://schemas.microsoft.com/office/powerpoint/2010/main" val="416257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ABE3-5966-0D2F-F161-E1CBFDDF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402C2-A7AC-1B92-441B-E8FEC94F9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ABE90-0233-07FA-479B-03FD31D544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B5B0E1-F1EF-E265-0F6A-C860D80DC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316" y="1584662"/>
            <a:ext cx="7287379" cy="4474997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8600D960-CE80-7951-4987-4CD0A1DBD1D7}"/>
              </a:ext>
            </a:extLst>
          </p:cNvPr>
          <p:cNvSpPr/>
          <p:nvPr/>
        </p:nvSpPr>
        <p:spPr>
          <a:xfrm>
            <a:off x="9081523" y="2441987"/>
            <a:ext cx="2698101" cy="2336112"/>
          </a:xfrm>
          <a:prstGeom prst="wedgeRoundRectCallout">
            <a:avLst>
              <a:gd name="adj1" fmla="val -76198"/>
              <a:gd name="adj2" fmla="val 240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We will initially be using the 2020 data. 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If you want to you can explore other data sets when conducting your own research in Phase 3</a:t>
            </a:r>
          </a:p>
        </p:txBody>
      </p:sp>
    </p:spTree>
    <p:extLst>
      <p:ext uri="{BB962C8B-B14F-4D97-AF65-F5344CB8AC3E}">
        <p14:creationId xmlns:p14="http://schemas.microsoft.com/office/powerpoint/2010/main" val="829163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7BAA-D3CB-6E75-130A-7782D4B6E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D682-04DA-1608-3055-F11BEBB5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2440-93D3-4C2A-363E-1EBA84D4F27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ACEF00-18C4-9828-31F6-A5CFC042D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972" y="1459558"/>
            <a:ext cx="5480207" cy="4531121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5BC6A83-5567-FD03-1127-686CB35F7BE7}"/>
              </a:ext>
            </a:extLst>
          </p:cNvPr>
          <p:cNvSpPr/>
          <p:nvPr/>
        </p:nvSpPr>
        <p:spPr>
          <a:xfrm>
            <a:off x="249708" y="2011679"/>
            <a:ext cx="2760151" cy="3797449"/>
          </a:xfrm>
          <a:prstGeom prst="wedgeRoundRectCallout">
            <a:avLst>
              <a:gd name="adj1" fmla="val 72747"/>
              <a:gd name="adj2" fmla="val 59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Read down through this page. Some parts might be confusing but you will gradually develop familiarity with the notation and the contents of the files.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dirty="0"/>
              <a:t>You will likely revisit it and the documentation tab a few times to read about the different types of analysis you can do and to find the numbers/names of datafiles for those analyses.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64CB1D01-D135-1DB7-0AA2-F839F109CA46}"/>
              </a:ext>
            </a:extLst>
          </p:cNvPr>
          <p:cNvSpPr/>
          <p:nvPr/>
        </p:nvSpPr>
        <p:spPr>
          <a:xfrm>
            <a:off x="9096405" y="3302597"/>
            <a:ext cx="2643774" cy="1562548"/>
          </a:xfrm>
          <a:prstGeom prst="wedgeRoundRectCallout">
            <a:avLst>
              <a:gd name="adj1" fmla="val -126050"/>
              <a:gd name="adj2" fmla="val 253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When you’re ready, click the blue button to navigate to the files themselves.</a:t>
            </a:r>
          </a:p>
        </p:txBody>
      </p:sp>
    </p:spTree>
    <p:extLst>
      <p:ext uri="{BB962C8B-B14F-4D97-AF65-F5344CB8AC3E}">
        <p14:creationId xmlns:p14="http://schemas.microsoft.com/office/powerpoint/2010/main" val="3883752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848E-667B-A174-3648-509C557D4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058D935-1DE3-5CDC-BC56-AF5DD70E2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499" y="1489731"/>
            <a:ext cx="8414102" cy="44668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F4232-60EC-F635-E971-2D081509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D8A0B0-5F1A-1280-E76C-7F4E5353DA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A80CCCAB-22F1-9782-5FB3-F41DF1B64653}"/>
              </a:ext>
            </a:extLst>
          </p:cNvPr>
          <p:cNvSpPr/>
          <p:nvPr/>
        </p:nvSpPr>
        <p:spPr>
          <a:xfrm>
            <a:off x="166254" y="4227755"/>
            <a:ext cx="2643774" cy="1562548"/>
          </a:xfrm>
          <a:prstGeom prst="wedgeRoundRectCallout">
            <a:avLst>
              <a:gd name="adj1" fmla="val 52961"/>
              <a:gd name="adj2" fmla="val -9164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You can use filters to narrow your search. E.g. if you want Monte Carlo simulated data you can select “Derived”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C3B69D9-E25A-2443-521F-89B80410D34B}"/>
              </a:ext>
            </a:extLst>
          </p:cNvPr>
          <p:cNvSpPr/>
          <p:nvPr/>
        </p:nvSpPr>
        <p:spPr>
          <a:xfrm>
            <a:off x="9047614" y="4227755"/>
            <a:ext cx="2643774" cy="1562548"/>
          </a:xfrm>
          <a:prstGeom prst="wedgeRoundRectCallout">
            <a:avLst>
              <a:gd name="adj1" fmla="val -111093"/>
              <a:gd name="adj2" fmla="val -86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Then you can click on a row to look at it in detail.</a:t>
            </a:r>
          </a:p>
        </p:txBody>
      </p:sp>
    </p:spTree>
    <p:extLst>
      <p:ext uri="{BB962C8B-B14F-4D97-AF65-F5344CB8AC3E}">
        <p14:creationId xmlns:p14="http://schemas.microsoft.com/office/powerpoint/2010/main" val="159405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89647-149A-75E6-84AB-2AABAFC28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D75E2D-426D-CAC4-EC69-D5763B862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79" y="1405765"/>
            <a:ext cx="8340062" cy="4481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7C0106-0D6F-55F8-4092-436C2F7E6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664BA-46A7-57B0-6C1A-CCC1441AB0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EF7592-348E-9C1C-1F9E-78C0FE03CD68}"/>
              </a:ext>
            </a:extLst>
          </p:cNvPr>
          <p:cNvSpPr/>
          <p:nvPr/>
        </p:nvSpPr>
        <p:spPr>
          <a:xfrm>
            <a:off x="7484647" y="1167998"/>
            <a:ext cx="2643774" cy="1562548"/>
          </a:xfrm>
          <a:prstGeom prst="wedgeRoundRectCallout">
            <a:avLst>
              <a:gd name="adj1" fmla="val -161571"/>
              <a:gd name="adj2" fmla="val 4358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These DOI links are unique identifiers that can be used with the </a:t>
            </a:r>
            <a:r>
              <a:rPr lang="en-GB" sz="1400" dirty="0" err="1"/>
              <a:t>opendata</a:t>
            </a:r>
            <a:r>
              <a:rPr lang="en-GB" sz="1400" dirty="0"/>
              <a:t> client and the FileRetriever.py “</a:t>
            </a:r>
            <a:r>
              <a:rPr lang="en-GB" sz="1400" dirty="0" err="1"/>
              <a:t>print_files</a:t>
            </a:r>
            <a:r>
              <a:rPr lang="en-GB" sz="1400" dirty="0"/>
              <a:t>” method.</a:t>
            </a:r>
          </a:p>
        </p:txBody>
      </p:sp>
    </p:spTree>
    <p:extLst>
      <p:ext uri="{BB962C8B-B14F-4D97-AF65-F5344CB8AC3E}">
        <p14:creationId xmlns:p14="http://schemas.microsoft.com/office/powerpoint/2010/main" val="442096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7C379-EFF3-0500-A813-CC1B629EC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EB8214-C056-3A8A-76CD-4300CDB273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662"/>
          <a:stretch>
            <a:fillRect/>
          </a:stretch>
        </p:blipFill>
        <p:spPr>
          <a:xfrm>
            <a:off x="407146" y="1444651"/>
            <a:ext cx="9050847" cy="44607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913A7D-603E-9CAD-FCA4-8503356A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B4510-7904-AA7B-EC15-E4033BD777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09842F21-F186-EEA4-BCFF-9D1FB39EB8BC}"/>
              </a:ext>
            </a:extLst>
          </p:cNvPr>
          <p:cNvSpPr/>
          <p:nvPr/>
        </p:nvSpPr>
        <p:spPr>
          <a:xfrm>
            <a:off x="3262270" y="3999953"/>
            <a:ext cx="1807634" cy="998559"/>
          </a:xfrm>
          <a:prstGeom prst="wedgeRoundRectCallout">
            <a:avLst>
              <a:gd name="adj1" fmla="val -61144"/>
              <a:gd name="adj2" fmla="val 1082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Sometimes there are a lot of tiles!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C45417EB-C6D6-6B58-4929-EFFCE553BC19}"/>
              </a:ext>
            </a:extLst>
          </p:cNvPr>
          <p:cNvSpPr/>
          <p:nvPr/>
        </p:nvSpPr>
        <p:spPr>
          <a:xfrm>
            <a:off x="3904129" y="1933587"/>
            <a:ext cx="1807634" cy="998559"/>
          </a:xfrm>
          <a:prstGeom prst="wedgeRoundRectCallout">
            <a:avLst>
              <a:gd name="adj1" fmla="val -75742"/>
              <a:gd name="adj2" fmla="val -2768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There are links to the documentation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4245168-33A5-2600-4EFD-C31F32FEA5F2}"/>
              </a:ext>
            </a:extLst>
          </p:cNvPr>
          <p:cNvSpPr/>
          <p:nvPr/>
        </p:nvSpPr>
        <p:spPr>
          <a:xfrm>
            <a:off x="9208746" y="1695459"/>
            <a:ext cx="2371431" cy="1979586"/>
          </a:xfrm>
          <a:prstGeom prst="wedgeRoundRectCallout">
            <a:avLst>
              <a:gd name="adj1" fmla="val -61144"/>
              <a:gd name="adj2" fmla="val 1082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It is possible to download the files and work with them locally, but as they are very large this is inefficient. It also doesn’t work well with the Monty server.</a:t>
            </a:r>
          </a:p>
        </p:txBody>
      </p:sp>
    </p:spTree>
    <p:extLst>
      <p:ext uri="{BB962C8B-B14F-4D97-AF65-F5344CB8AC3E}">
        <p14:creationId xmlns:p14="http://schemas.microsoft.com/office/powerpoint/2010/main" val="3961703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2B3C1-1D53-4219-26D8-37EE598A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29BC2B-FADA-8CC5-8730-1F715C184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79" y="1405765"/>
            <a:ext cx="8340062" cy="4481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1979A9-2630-90F8-79AF-F37703DBF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4F49-C72D-BD86-3E96-70B3E2ECF2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1AEB69B-81B6-1D1A-0A26-D3D4FB30EEBA}"/>
              </a:ext>
            </a:extLst>
          </p:cNvPr>
          <p:cNvSpPr/>
          <p:nvPr/>
        </p:nvSpPr>
        <p:spPr>
          <a:xfrm>
            <a:off x="7484647" y="1694328"/>
            <a:ext cx="2643774" cy="1036217"/>
          </a:xfrm>
          <a:prstGeom prst="wedgeRoundRectCallout">
            <a:avLst>
              <a:gd name="adj1" fmla="val -161571"/>
              <a:gd name="adj2" fmla="val 4358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So instead, copy and paste this DOI link, and bring it back to your notebook.</a:t>
            </a:r>
          </a:p>
        </p:txBody>
      </p:sp>
    </p:spTree>
    <p:extLst>
      <p:ext uri="{BB962C8B-B14F-4D97-AF65-F5344CB8AC3E}">
        <p14:creationId xmlns:p14="http://schemas.microsoft.com/office/powerpoint/2010/main" val="2088817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2215E-C372-DD34-ABA7-595503264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4E1AD1E-F664-6C5A-D65C-569EF32D4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53" y="3274541"/>
            <a:ext cx="7811590" cy="2686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D570EF-D4E0-AC8F-4A3D-C173A4B70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53" y="1505371"/>
            <a:ext cx="5352018" cy="17691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974A45-6661-1CF0-23AF-A5961E39F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A6317-081F-747A-3650-1BE34F58FC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448DEE9D-3FE4-D822-5604-BB8DA440BCF1}"/>
              </a:ext>
            </a:extLst>
          </p:cNvPr>
          <p:cNvSpPr/>
          <p:nvPr/>
        </p:nvSpPr>
        <p:spPr>
          <a:xfrm>
            <a:off x="7514805" y="3002508"/>
            <a:ext cx="4065372" cy="998559"/>
          </a:xfrm>
          <a:prstGeom prst="wedgeRoundRectCallout">
            <a:avLst>
              <a:gd name="adj1" fmla="val -153366"/>
              <a:gd name="adj2" fmla="val 333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is how to use the DOI from the top of the page to retrieve the list of </a:t>
            </a:r>
            <a:r>
              <a:rPr lang="en-GB" sz="1400" dirty="0" err="1"/>
              <a:t>urls</a:t>
            </a:r>
            <a:r>
              <a:rPr lang="en-GB" sz="1400" dirty="0"/>
              <a:t> for the data files.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10AF3489-74C9-1D24-92CA-F42189134FEF}"/>
              </a:ext>
            </a:extLst>
          </p:cNvPr>
          <p:cNvSpPr/>
          <p:nvPr/>
        </p:nvSpPr>
        <p:spPr>
          <a:xfrm>
            <a:off x="6870357" y="1689905"/>
            <a:ext cx="4609070" cy="998559"/>
          </a:xfrm>
          <a:prstGeom prst="wedgeRoundRectCallout">
            <a:avLst>
              <a:gd name="adj1" fmla="val -106350"/>
              <a:gd name="adj2" fmla="val 7204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In Notebook 3 we show you how to import the </a:t>
            </a:r>
            <a:r>
              <a:rPr lang="en-GB" sz="1400" dirty="0" err="1"/>
              <a:t>print_files</a:t>
            </a:r>
            <a:r>
              <a:rPr lang="en-GB" sz="1400" dirty="0"/>
              <a:t> method from the </a:t>
            </a:r>
            <a:r>
              <a:rPr lang="en-GB" sz="1400" dirty="0" err="1"/>
              <a:t>FileRetriever</a:t>
            </a:r>
            <a:endParaRPr lang="en-GB" sz="1400" dirty="0"/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B621D69-1988-BEC7-5A64-7C342C3532FB}"/>
              </a:ext>
            </a:extLst>
          </p:cNvPr>
          <p:cNvSpPr/>
          <p:nvPr/>
        </p:nvSpPr>
        <p:spPr>
          <a:xfrm>
            <a:off x="7528775" y="4481737"/>
            <a:ext cx="4065372" cy="998559"/>
          </a:xfrm>
          <a:prstGeom prst="wedgeRoundRectCallout">
            <a:avLst>
              <a:gd name="adj1" fmla="val -90189"/>
              <a:gd name="adj2" fmla="val -5552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Copy the link of the file that you want.</a:t>
            </a:r>
          </a:p>
        </p:txBody>
      </p:sp>
    </p:spTree>
    <p:extLst>
      <p:ext uri="{BB962C8B-B14F-4D97-AF65-F5344CB8AC3E}">
        <p14:creationId xmlns:p14="http://schemas.microsoft.com/office/powerpoint/2010/main" val="735581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514DC-B7C5-2A32-9C78-B0631C375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A9A0615-C33E-D328-5AA3-6401C27C9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53" y="2195840"/>
            <a:ext cx="10931148" cy="604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6E60CD-597B-2078-7CA5-599F5625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91E2CD-A646-0B0C-C5A9-FB65F41D854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623065F3-DB67-DC6F-6FD3-38C4FEBD5D74}"/>
              </a:ext>
            </a:extLst>
          </p:cNvPr>
          <p:cNvSpPr/>
          <p:nvPr/>
        </p:nvSpPr>
        <p:spPr>
          <a:xfrm>
            <a:off x="4597441" y="3414542"/>
            <a:ext cx="4506218" cy="1507082"/>
          </a:xfrm>
          <a:prstGeom prst="wedgeRoundRectCallout">
            <a:avLst>
              <a:gd name="adj1" fmla="val -97549"/>
              <a:gd name="adj2" fmla="val -9159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Then paste it into the </a:t>
            </a:r>
            <a:r>
              <a:rPr lang="en-GB" sz="1400" dirty="0" err="1"/>
              <a:t>uproot.open</a:t>
            </a:r>
            <a:r>
              <a:rPr lang="en-GB" sz="1400" dirty="0"/>
              <a:t> method as a string (i.e. between two double quotes “  “) </a:t>
            </a:r>
          </a:p>
        </p:txBody>
      </p:sp>
    </p:spTree>
    <p:extLst>
      <p:ext uri="{BB962C8B-B14F-4D97-AF65-F5344CB8AC3E}">
        <p14:creationId xmlns:p14="http://schemas.microsoft.com/office/powerpoint/2010/main" val="2998306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RIS MASTER">
      <a:dk1>
        <a:sysClr val="windowText" lastClr="000000"/>
      </a:dk1>
      <a:lt1>
        <a:sysClr val="window" lastClr="FFFFFF"/>
      </a:lt1>
      <a:dk2>
        <a:srgbClr val="003660"/>
      </a:dk2>
      <a:lt2>
        <a:srgbClr val="E7E6E6"/>
      </a:lt2>
      <a:accent1>
        <a:srgbClr val="003660"/>
      </a:accent1>
      <a:accent2>
        <a:srgbClr val="00D688"/>
      </a:accent2>
      <a:accent3>
        <a:srgbClr val="03F588"/>
      </a:accent3>
      <a:accent4>
        <a:srgbClr val="006E80"/>
      </a:accent4>
      <a:accent5>
        <a:srgbClr val="FF7380"/>
      </a:accent5>
      <a:accent6>
        <a:srgbClr val="FF8900"/>
      </a:accent6>
      <a:hlink>
        <a:srgbClr val="2980FF"/>
      </a:hlink>
      <a:folHlink>
        <a:srgbClr val="664FFF"/>
      </a:folHlink>
    </a:clrScheme>
    <a:fontScheme name="Custom 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80909b-205a-46fd-82d2-92fb100a4905" xsi:nil="true"/>
    <lcf76f155ced4ddcb4097134ff3c332f xmlns="cab4ade6-50f8-445f-b491-a35f03aef26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78D58C4090E340B656BD6AD1030339" ma:contentTypeVersion="19" ma:contentTypeDescription="Create a new document." ma:contentTypeScope="" ma:versionID="9dabb43e6f0aae03bed4ee6ed5c6b8c6">
  <xsd:schema xmlns:xsd="http://www.w3.org/2001/XMLSchema" xmlns:xs="http://www.w3.org/2001/XMLSchema" xmlns:p="http://schemas.microsoft.com/office/2006/metadata/properties" xmlns:ns2="cab4ade6-50f8-445f-b491-a35f03aef267" xmlns:ns3="4a80909b-205a-46fd-82d2-92fb100a4905" targetNamespace="http://schemas.microsoft.com/office/2006/metadata/properties" ma:root="true" ma:fieldsID="bbcf51583b468b0a5569ee2e354bb667" ns2:_="" ns3:_="">
    <xsd:import namespace="cab4ade6-50f8-445f-b491-a35f03aef267"/>
    <xsd:import namespace="4a80909b-205a-46fd-82d2-92fb100a4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b4ade6-50f8-445f-b491-a35f03aef2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083556f9-a74c-4136-81f2-58d78e739f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80909b-205a-46fd-82d2-92fb100a4905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4fc98f9e-c3c6-43c3-bbcc-cac62eb7e79a}" ma:internalName="TaxCatchAll" ma:showField="CatchAllData" ma:web="4a80909b-205a-46fd-82d2-92fb100a49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6E69C0-10CD-4EB5-8696-46E67019514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F37F460-0149-473F-AF84-F3D597633D8D}">
  <ds:schemaRefs>
    <ds:schemaRef ds:uri="http://schemas.microsoft.com/office/2006/metadata/properties"/>
    <ds:schemaRef ds:uri="http://schemas.microsoft.com/office/infopath/2007/PartnerControls"/>
    <ds:schemaRef ds:uri="4a80909b-205a-46fd-82d2-92fb100a4905"/>
    <ds:schemaRef ds:uri="cab4ade6-50f8-445f-b491-a35f03aef267"/>
  </ds:schemaRefs>
</ds:datastoreItem>
</file>

<file path=customXml/itemProps3.xml><?xml version="1.0" encoding="utf-8"?>
<ds:datastoreItem xmlns:ds="http://schemas.openxmlformats.org/officeDocument/2006/customXml" ds:itemID="{B4B075F7-2095-4296-B19F-2B8115AA02B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b4ade6-50f8-445f-b491-a35f03aef267"/>
    <ds:schemaRef ds:uri="4a80909b-205a-46fd-82d2-92fb100a4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398</Words>
  <Application>Microsoft Office PowerPoint</Application>
  <PresentationFormat>Widescreen</PresentationFormat>
  <Paragraphs>36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Garrido</dc:creator>
  <cp:lastModifiedBy>Anne O'Leary</cp:lastModifiedBy>
  <cp:revision>2</cp:revision>
  <dcterms:created xsi:type="dcterms:W3CDTF">2023-02-01T13:23:53Z</dcterms:created>
  <dcterms:modified xsi:type="dcterms:W3CDTF">2025-11-18T17:47:32Z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0x010100D678D58C4090E340B656BD6AD1030339</vt:lpwstr>
  </property>
  <property fmtid="{D5CDD505-2E9C-101B-9397-08002B2CF9AE}" pid="3" name="MediaServiceImageTags">
    <vt:lpwstr/>
  </property>
</Properties>
</file>